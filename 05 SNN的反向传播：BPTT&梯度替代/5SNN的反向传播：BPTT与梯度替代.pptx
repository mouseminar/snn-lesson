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80" r:id="rId3"/>
    <p:sldId id="307" r:id="rId4"/>
    <p:sldId id="308" r:id="rId5"/>
    <p:sldId id="309" r:id="rId6"/>
    <p:sldId id="306" r:id="rId7"/>
    <p:sldId id="310" r:id="rId8"/>
    <p:sldId id="311" r:id="rId9"/>
    <p:sldId id="316" r:id="rId10"/>
    <p:sldId id="312" r:id="rId11"/>
    <p:sldId id="313" r:id="rId12"/>
    <p:sldId id="314" r:id="rId13"/>
    <p:sldId id="317" r:id="rId14"/>
    <p:sldId id="315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30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82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75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HnXkBWE9B/?spm_id_from=333.1387.homepage.video_card.click&amp;vd_source=07c44be34f0e73ec66347ccd7aa3908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ilibili.com/video/BV1sa411o7AV/?vd_source=ebf40313a0b0ad74379a27290715d3c7" TargetMode="External"/><Relationship Id="rId5" Type="http://schemas.openxmlformats.org/officeDocument/2006/relationships/hyperlink" Target="https://www.bilibili.com/video/BV1fF411P72y/?vd_source=ebf40313a0b0ad74379a27290715d3c7" TargetMode="External"/><Relationship Id="rId4" Type="http://schemas.openxmlformats.org/officeDocument/2006/relationships/hyperlink" Target="https://zh.d2l.ai/chapter_recurrent-neural-networks/bptt.html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2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41.png"/><Relationship Id="rId3" Type="http://schemas.openxmlformats.org/officeDocument/2006/relationships/image" Target="../media/image330.png"/><Relationship Id="rId21" Type="http://schemas.openxmlformats.org/officeDocument/2006/relationships/image" Target="../media/image23.png"/><Relationship Id="rId7" Type="http://schemas.openxmlformats.org/officeDocument/2006/relationships/image" Target="../media/image37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43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2.png"/><Relationship Id="rId5" Type="http://schemas.openxmlformats.org/officeDocument/2006/relationships/image" Target="../media/image350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29.png"/><Relationship Id="rId10" Type="http://schemas.openxmlformats.org/officeDocument/2006/relationships/image" Target="../media/image40.png"/><Relationship Id="rId19" Type="http://schemas.openxmlformats.org/officeDocument/2006/relationships/image" Target="../media/image21.png"/><Relationship Id="rId31" Type="http://schemas.openxmlformats.org/officeDocument/2006/relationships/image" Target="../media/image31.png"/><Relationship Id="rId4" Type="http://schemas.openxmlformats.org/officeDocument/2006/relationships/image" Target="../media/image340.png"/><Relationship Id="rId9" Type="http://schemas.openxmlformats.org/officeDocument/2006/relationships/image" Target="../media/image39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8.png"/><Relationship Id="rId30" Type="http://schemas.openxmlformats.org/officeDocument/2006/relationships/image" Target="../media/image42.png"/><Relationship Id="rId8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41.png"/><Relationship Id="rId3" Type="http://schemas.openxmlformats.org/officeDocument/2006/relationships/image" Target="../media/image330.png"/><Relationship Id="rId21" Type="http://schemas.openxmlformats.org/officeDocument/2006/relationships/image" Target="../media/image23.png"/><Relationship Id="rId34" Type="http://schemas.openxmlformats.org/officeDocument/2006/relationships/image" Target="../media/image31.png"/><Relationship Id="rId7" Type="http://schemas.openxmlformats.org/officeDocument/2006/relationships/image" Target="../media/image37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47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46.png"/><Relationship Id="rId5" Type="http://schemas.openxmlformats.org/officeDocument/2006/relationships/image" Target="../media/image350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29.png"/><Relationship Id="rId10" Type="http://schemas.openxmlformats.org/officeDocument/2006/relationships/image" Target="../media/image40.png"/><Relationship Id="rId19" Type="http://schemas.openxmlformats.org/officeDocument/2006/relationships/image" Target="../media/image21.png"/><Relationship Id="rId31" Type="http://schemas.openxmlformats.org/officeDocument/2006/relationships/image" Target="../media/image45.png"/><Relationship Id="rId4" Type="http://schemas.openxmlformats.org/officeDocument/2006/relationships/image" Target="../media/image340.png"/><Relationship Id="rId9" Type="http://schemas.openxmlformats.org/officeDocument/2006/relationships/image" Target="../media/image39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8.png"/><Relationship Id="rId30" Type="http://schemas.openxmlformats.org/officeDocument/2006/relationships/image" Target="../media/image44.png"/><Relationship Id="rId35" Type="http://schemas.openxmlformats.org/officeDocument/2006/relationships/image" Target="../media/image32.png"/><Relationship Id="rId8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41.png"/><Relationship Id="rId3" Type="http://schemas.openxmlformats.org/officeDocument/2006/relationships/image" Target="../media/image330.png"/><Relationship Id="rId21" Type="http://schemas.openxmlformats.org/officeDocument/2006/relationships/image" Target="../media/image23.png"/><Relationship Id="rId34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50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49.png"/><Relationship Id="rId5" Type="http://schemas.openxmlformats.org/officeDocument/2006/relationships/image" Target="../media/image350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28.png"/><Relationship Id="rId10" Type="http://schemas.openxmlformats.org/officeDocument/2006/relationships/image" Target="../media/image40.png"/><Relationship Id="rId19" Type="http://schemas.openxmlformats.org/officeDocument/2006/relationships/image" Target="../media/image21.png"/><Relationship Id="rId31" Type="http://schemas.openxmlformats.org/officeDocument/2006/relationships/image" Target="../media/image48.png"/><Relationship Id="rId4" Type="http://schemas.openxmlformats.org/officeDocument/2006/relationships/image" Target="../media/image340.png"/><Relationship Id="rId9" Type="http://schemas.openxmlformats.org/officeDocument/2006/relationships/image" Target="../media/image39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31.png"/><Relationship Id="rId30" Type="http://schemas.openxmlformats.org/officeDocument/2006/relationships/image" Target="../media/image30.png"/><Relationship Id="rId35" Type="http://schemas.openxmlformats.org/officeDocument/2006/relationships/image" Target="../media/image32.png"/><Relationship Id="rId8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61.png"/><Relationship Id="rId18" Type="http://schemas.openxmlformats.org/officeDocument/2006/relationships/image" Target="../media/image64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12" Type="http://schemas.openxmlformats.org/officeDocument/2006/relationships/image" Target="../media/image60.png"/><Relationship Id="rId17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2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56.png"/><Relationship Id="rId11" Type="http://schemas.openxmlformats.org/officeDocument/2006/relationships/image" Target="../media/image59.png"/><Relationship Id="rId5" Type="http://schemas.openxmlformats.org/officeDocument/2006/relationships/image" Target="../media/image55.png"/><Relationship Id="rId15" Type="http://schemas.openxmlformats.org/officeDocument/2006/relationships/image" Target="../media/image53.wmf"/><Relationship Id="rId10" Type="http://schemas.openxmlformats.org/officeDocument/2006/relationships/image" Target="../media/image58.png"/><Relationship Id="rId19" Type="http://schemas.openxmlformats.org/officeDocument/2006/relationships/image" Target="../media/image65.png"/><Relationship Id="rId4" Type="http://schemas.openxmlformats.org/officeDocument/2006/relationships/image" Target="../media/image54.png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62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12" Type="http://schemas.openxmlformats.org/officeDocument/2006/relationships/image" Target="../media/image53.wmf"/><Relationship Id="rId17" Type="http://schemas.openxmlformats.org/officeDocument/2006/relationships/image" Target="../media/image6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6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56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55.png"/><Relationship Id="rId15" Type="http://schemas.openxmlformats.org/officeDocument/2006/relationships/image" Target="../media/image64.png"/><Relationship Id="rId10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52.wmf"/><Relationship Id="rId1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62.png"/><Relationship Id="rId18" Type="http://schemas.openxmlformats.org/officeDocument/2006/relationships/image" Target="../media/image70.png"/><Relationship Id="rId3" Type="http://schemas.openxmlformats.org/officeDocument/2006/relationships/image" Target="../media/image2.png"/><Relationship Id="rId21" Type="http://schemas.openxmlformats.org/officeDocument/2006/relationships/image" Target="../media/image73.png"/><Relationship Id="rId7" Type="http://schemas.openxmlformats.org/officeDocument/2006/relationships/image" Target="../media/image57.png"/><Relationship Id="rId12" Type="http://schemas.openxmlformats.org/officeDocument/2006/relationships/image" Target="../media/image53.wmf"/><Relationship Id="rId17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56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55.png"/><Relationship Id="rId15" Type="http://schemas.openxmlformats.org/officeDocument/2006/relationships/image" Target="../media/image64.png"/><Relationship Id="rId10" Type="http://schemas.openxmlformats.org/officeDocument/2006/relationships/image" Target="../media/image58.png"/><Relationship Id="rId19" Type="http://schemas.openxmlformats.org/officeDocument/2006/relationships/image" Target="../media/image71.png"/><Relationship Id="rId4" Type="http://schemas.openxmlformats.org/officeDocument/2006/relationships/image" Target="../media/image54.png"/><Relationship Id="rId9" Type="http://schemas.openxmlformats.org/officeDocument/2006/relationships/image" Target="../media/image52.wmf"/><Relationship Id="rId14" Type="http://schemas.openxmlformats.org/officeDocument/2006/relationships/image" Target="../media/image63.png"/><Relationship Id="rId22" Type="http://schemas.openxmlformats.org/officeDocument/2006/relationships/image" Target="../media/image7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62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12" Type="http://schemas.openxmlformats.org/officeDocument/2006/relationships/image" Target="../media/image53.wmf"/><Relationship Id="rId17" Type="http://schemas.openxmlformats.org/officeDocument/2006/relationships/image" Target="../media/image7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5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56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55.png"/><Relationship Id="rId15" Type="http://schemas.openxmlformats.org/officeDocument/2006/relationships/image" Target="../media/image64.png"/><Relationship Id="rId10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52.wmf"/><Relationship Id="rId1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77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6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55.png"/><Relationship Id="rId10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5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eg"/><Relationship Id="rId3" Type="http://schemas.openxmlformats.org/officeDocument/2006/relationships/image" Target="../media/image770.png"/><Relationship Id="rId7" Type="http://schemas.openxmlformats.org/officeDocument/2006/relationships/image" Target="../media/image8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pikingjelly.readthedocs.io/zh-cn/latest/APIs/spikingjelly.activation_based.surrogate.html#module-spikingjelly.activation_based.surrogat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hyperlink" Target="https://spikingjelly.readthedocs.io/zh-cn/latest/APIs/spikingjelly.activation_based.surrogate.html#module-spikingjelly.activation_based.surrogate" TargetMode="External"/><Relationship Id="rId7" Type="http://schemas.openxmlformats.org/officeDocument/2006/relationships/image" Target="../media/image8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hyperlink" Target="https://spikingjelly.readthedocs.io/zh-cn/latest/APIs/spikingjelly.activation_based.surrogate.html#module-spikingjelly.activation_based.surrogate" TargetMode="External"/><Relationship Id="rId7" Type="http://schemas.openxmlformats.org/officeDocument/2006/relationships/image" Target="../media/image9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pikingjelly.readthedocs.io/zh-cn/latest/APIs/spikingjelly.activation_based.surrogate.html#module-spikingjelly.activation_based.surrogate" TargetMode="External"/><Relationship Id="rId7" Type="http://schemas.openxmlformats.org/officeDocument/2006/relationships/image" Target="../media/image10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738499-9130-43B9-B0C4-C7DA2FA45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8B6E28-652F-43E2-A021-2CF626F6CDAB}"/>
              </a:ext>
            </a:extLst>
          </p:cNvPr>
          <p:cNvSpPr txBox="1"/>
          <p:nvPr/>
        </p:nvSpPr>
        <p:spPr>
          <a:xfrm>
            <a:off x="9230051" y="6282328"/>
            <a:ext cx="315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B</a:t>
            </a:r>
            <a:r>
              <a:rPr lang="zh-CN" altLang="en-US" sz="1800" b="1" dirty="0"/>
              <a:t>站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Github</a:t>
            </a:r>
            <a:r>
              <a:rPr lang="zh-CN" altLang="en-US" sz="1800" b="1" dirty="0"/>
              <a:t>：</a:t>
            </a:r>
            <a:r>
              <a:rPr lang="en-US" altLang="zh-CN" sz="1800" b="1" dirty="0" err="1"/>
              <a:t>Mouseminar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02010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831159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上期视频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1D8B89-5B01-4D8A-8CD7-19213DF6CC39}"/>
              </a:ext>
            </a:extLst>
          </p:cNvPr>
          <p:cNvSpPr txBox="1"/>
          <p:nvPr/>
        </p:nvSpPr>
        <p:spPr>
          <a:xfrm>
            <a:off x="117642" y="1259121"/>
            <a:ext cx="790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【SNN</a:t>
            </a:r>
            <a:r>
              <a:rPr lang="zh-CN" altLang="en-US" dirty="0">
                <a:hlinkClick r:id="rId3"/>
              </a:rPr>
              <a:t>脉冲神经网络入门实战</a:t>
            </a:r>
            <a:r>
              <a:rPr lang="en-US" altLang="zh-CN" dirty="0">
                <a:hlinkClick r:id="rId3"/>
              </a:rPr>
              <a:t>04】SNN</a:t>
            </a:r>
            <a:r>
              <a:rPr lang="zh-CN" altLang="en-US" dirty="0">
                <a:hlinkClick r:id="rId3"/>
              </a:rPr>
              <a:t>的前向传播</a:t>
            </a:r>
            <a:r>
              <a:rPr lang="en-US" altLang="zh-CN" dirty="0">
                <a:hlinkClick r:id="rId3"/>
              </a:rPr>
              <a:t>_</a:t>
            </a:r>
            <a:r>
              <a:rPr lang="zh-CN" altLang="en-US" dirty="0">
                <a:hlinkClick r:id="rId3"/>
              </a:rPr>
              <a:t>哔哩哔哩</a:t>
            </a:r>
            <a:r>
              <a:rPr lang="en-US" altLang="zh-CN" dirty="0">
                <a:hlinkClick r:id="rId3"/>
              </a:rPr>
              <a:t>_</a:t>
            </a:r>
            <a:r>
              <a:rPr lang="en-US" altLang="zh-CN" dirty="0" err="1">
                <a:hlinkClick r:id="rId3"/>
              </a:rPr>
              <a:t>bilibili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A630290-57BA-4658-8A52-6A83F41F4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246" y="1873225"/>
            <a:ext cx="8489508" cy="469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4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BB474E-60BE-49A2-ABE8-262CB33830BF}"/>
              </a:ext>
            </a:extLst>
          </p:cNvPr>
          <p:cNvSpPr txBox="1"/>
          <p:nvPr/>
        </p:nvSpPr>
        <p:spPr>
          <a:xfrm>
            <a:off x="265320" y="132051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回顾神经网络基础👀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2CBAF1-AC6E-445D-921A-34DEA0C7AEEC}"/>
              </a:ext>
            </a:extLst>
          </p:cNvPr>
          <p:cNvSpPr txBox="1"/>
          <p:nvPr/>
        </p:nvSpPr>
        <p:spPr>
          <a:xfrm>
            <a:off x="265320" y="31981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反向传播为了解决什么问题？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8B7B66-ED06-46DD-A891-695D5ED5B114}"/>
              </a:ext>
            </a:extLst>
          </p:cNvPr>
          <p:cNvSpPr txBox="1"/>
          <p:nvPr/>
        </p:nvSpPr>
        <p:spPr>
          <a:xfrm>
            <a:off x="265320" y="44376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3. </a:t>
            </a:r>
            <a:r>
              <a:rPr lang="zh-CN" altLang="en-US" sz="2400" dirty="0"/>
              <a:t>神经网络学习算法</a:t>
            </a:r>
            <a:r>
              <a:rPr lang="en-US" altLang="zh-CN" sz="2400" dirty="0"/>
              <a:t>=</a:t>
            </a:r>
            <a:r>
              <a:rPr lang="zh-CN" altLang="en-US" sz="2400" dirty="0"/>
              <a:t>反向传播吗？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CE0748-7F3E-42C7-B000-52F994394547}"/>
              </a:ext>
            </a:extLst>
          </p:cNvPr>
          <p:cNvSpPr txBox="1"/>
          <p:nvPr/>
        </p:nvSpPr>
        <p:spPr>
          <a:xfrm>
            <a:off x="265320" y="194027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神经网络训练的目的？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B6939A-B7FD-44F1-B544-59F915FCE901}"/>
              </a:ext>
            </a:extLst>
          </p:cNvPr>
          <p:cNvSpPr txBox="1"/>
          <p:nvPr/>
        </p:nvSpPr>
        <p:spPr>
          <a:xfrm>
            <a:off x="265320" y="566963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4. </a:t>
            </a:r>
            <a:r>
              <a:rPr lang="zh-CN" altLang="en-US" sz="2400" dirty="0"/>
              <a:t>反向传播需要哪些条件？</a:t>
            </a:r>
          </a:p>
        </p:txBody>
      </p:sp>
    </p:spTree>
    <p:extLst>
      <p:ext uri="{BB962C8B-B14F-4D97-AF65-F5344CB8AC3E}">
        <p14:creationId xmlns:p14="http://schemas.microsoft.com/office/powerpoint/2010/main" val="286221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BB474E-60BE-49A2-ABE8-262CB33830BF}"/>
              </a:ext>
            </a:extLst>
          </p:cNvPr>
          <p:cNvSpPr txBox="1"/>
          <p:nvPr/>
        </p:nvSpPr>
        <p:spPr>
          <a:xfrm>
            <a:off x="265320" y="132051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回顾神经网络基础👀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2CBAF1-AC6E-445D-921A-34DEA0C7AEEC}"/>
              </a:ext>
            </a:extLst>
          </p:cNvPr>
          <p:cNvSpPr txBox="1"/>
          <p:nvPr/>
        </p:nvSpPr>
        <p:spPr>
          <a:xfrm>
            <a:off x="265320" y="37833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反向传播为了解决什么问题？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CE0748-7F3E-42C7-B000-52F994394547}"/>
              </a:ext>
            </a:extLst>
          </p:cNvPr>
          <p:cNvSpPr txBox="1"/>
          <p:nvPr/>
        </p:nvSpPr>
        <p:spPr>
          <a:xfrm>
            <a:off x="265320" y="194027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神经网络训练的目的？训练具体要干啥？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E721A3-EAF0-4A5A-9CC2-595B8688D507}"/>
              </a:ext>
            </a:extLst>
          </p:cNvPr>
          <p:cNvSpPr txBox="1"/>
          <p:nvPr/>
        </p:nvSpPr>
        <p:spPr>
          <a:xfrm>
            <a:off x="623147" y="2589752"/>
            <a:ext cx="8222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目的：让网络通过调整参数，学会输入到输出的映射关系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F3052E-A172-47F3-BD05-7F70790FB0B2}"/>
              </a:ext>
            </a:extLst>
          </p:cNvPr>
          <p:cNvSpPr txBox="1"/>
          <p:nvPr/>
        </p:nvSpPr>
        <p:spPr>
          <a:xfrm>
            <a:off x="623147" y="4349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解决“预测错了以后，每个参数应该怎么改”的问题。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0EC37AF-99C6-4137-8169-0BDED7639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47" y="4911037"/>
            <a:ext cx="4591286" cy="163203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2F98FED-FC37-487A-BFED-3358AC229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661" y="6101488"/>
            <a:ext cx="546128" cy="60328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CED4EA8-497C-4BBB-870A-FF8C6BB20DEB}"/>
              </a:ext>
            </a:extLst>
          </p:cNvPr>
          <p:cNvSpPr txBox="1"/>
          <p:nvPr/>
        </p:nvSpPr>
        <p:spPr>
          <a:xfrm>
            <a:off x="623147" y="3024846"/>
            <a:ext cx="998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也就是让预测结果     越来越接近真实标签    ，让损失函数不断减小：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86BB868-3616-476D-AD18-7E72410F4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4447" y="2943451"/>
            <a:ext cx="161184" cy="43877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6C45F3A-C134-478A-8F9A-3F2E347BF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313" y="3008661"/>
            <a:ext cx="193376" cy="43509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84E37BA-4047-4E2C-A1D1-7D83A39EDB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5044" y="2928289"/>
            <a:ext cx="1364006" cy="50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57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BB474E-60BE-49A2-ABE8-262CB33830BF}"/>
              </a:ext>
            </a:extLst>
          </p:cNvPr>
          <p:cNvSpPr txBox="1"/>
          <p:nvPr/>
        </p:nvSpPr>
        <p:spPr>
          <a:xfrm>
            <a:off x="265320" y="14146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回顾神经网络基础👀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8B7B66-ED06-46DD-A891-695D5ED5B114}"/>
              </a:ext>
            </a:extLst>
          </p:cNvPr>
          <p:cNvSpPr txBox="1"/>
          <p:nvPr/>
        </p:nvSpPr>
        <p:spPr>
          <a:xfrm>
            <a:off x="265320" y="233841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3. </a:t>
            </a:r>
            <a:r>
              <a:rPr lang="zh-CN" altLang="en-US" sz="2400" dirty="0"/>
              <a:t>神经网络学习算法</a:t>
            </a:r>
            <a:r>
              <a:rPr lang="en-US" altLang="zh-CN" sz="2400" dirty="0"/>
              <a:t>=</a:t>
            </a:r>
            <a:r>
              <a:rPr lang="zh-CN" altLang="en-US" sz="2400" dirty="0"/>
              <a:t>反向传播吗？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B6939A-B7FD-44F1-B544-59F915FCE901}"/>
              </a:ext>
            </a:extLst>
          </p:cNvPr>
          <p:cNvSpPr txBox="1"/>
          <p:nvPr/>
        </p:nvSpPr>
        <p:spPr>
          <a:xfrm>
            <a:off x="265320" y="449785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4. </a:t>
            </a:r>
            <a:r>
              <a:rPr lang="zh-CN" altLang="en-US" sz="2400" dirty="0"/>
              <a:t>反向传播需要哪些条件？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EC31165-149E-4B59-A7F4-57D3260BD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352" y="1797056"/>
            <a:ext cx="5877281" cy="258667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3B22FBA-9871-4A75-B232-15866DC91B12}"/>
              </a:ext>
            </a:extLst>
          </p:cNvPr>
          <p:cNvSpPr txBox="1"/>
          <p:nvPr/>
        </p:nvSpPr>
        <p:spPr>
          <a:xfrm>
            <a:off x="541867" y="286029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神经网络学习的本质是“根据任务目标调整参数”。</a:t>
            </a:r>
            <a:endParaRPr lang="en-US" altLang="zh-CN" dirty="0"/>
          </a:p>
          <a:p>
            <a:br>
              <a:rPr lang="zh-CN" altLang="en-US" dirty="0"/>
            </a:br>
            <a:r>
              <a:rPr lang="zh-CN" altLang="en-US" dirty="0"/>
              <a:t>反向传播只是实现参数调整的一种训练算法，</a:t>
            </a:r>
            <a:endParaRPr lang="en-US" altLang="zh-CN" dirty="0"/>
          </a:p>
          <a:p>
            <a:r>
              <a:rPr lang="zh-CN" altLang="en-US" dirty="0"/>
              <a:t>而且是目前最主流的一种。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059880-A39B-44AB-A4A6-9F1D7ABF2B2E}"/>
              </a:ext>
            </a:extLst>
          </p:cNvPr>
          <p:cNvSpPr txBox="1"/>
          <p:nvPr/>
        </p:nvSpPr>
        <p:spPr>
          <a:xfrm>
            <a:off x="541867" y="51764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可训练参数</a:t>
            </a:r>
            <a:r>
              <a:rPr lang="en-US" altLang="zh-CN" dirty="0"/>
              <a:t>+</a:t>
            </a:r>
            <a:r>
              <a:rPr lang="zh-CN" altLang="en-US" dirty="0"/>
              <a:t>损失函数</a:t>
            </a:r>
            <a:r>
              <a:rPr lang="en-US" altLang="zh-CN" dirty="0"/>
              <a:t>+</a:t>
            </a:r>
            <a:r>
              <a:rPr lang="zh-CN" altLang="en-US" dirty="0"/>
              <a:t>优化器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ED3F8D-DC2A-4A5D-8628-3CF177C379C6}"/>
              </a:ext>
            </a:extLst>
          </p:cNvPr>
          <p:cNvSpPr txBox="1"/>
          <p:nvPr/>
        </p:nvSpPr>
        <p:spPr>
          <a:xfrm>
            <a:off x="541867" y="56599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计算过程</a:t>
            </a:r>
            <a:r>
              <a:rPr lang="zh-CN" altLang="en-US" dirty="0">
                <a:solidFill>
                  <a:srgbClr val="FF0000"/>
                </a:solidFill>
              </a:rPr>
              <a:t>可导，</a:t>
            </a:r>
            <a:r>
              <a:rPr lang="zh-CN" altLang="en-US" dirty="0"/>
              <a:t>因为反向传播依赖链式法则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03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B6DA2D-1C90-4F3E-8C25-F7887A95E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232" y="1167580"/>
            <a:ext cx="5537827" cy="485963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C501854-6183-4455-BDD3-81D471125678}"/>
              </a:ext>
            </a:extLst>
          </p:cNvPr>
          <p:cNvSpPr/>
          <p:nvPr/>
        </p:nvSpPr>
        <p:spPr>
          <a:xfrm>
            <a:off x="6456282" y="1615658"/>
            <a:ext cx="2659143" cy="719666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EF0535-A327-432E-BB19-9BCCD1DEC8C1}"/>
              </a:ext>
            </a:extLst>
          </p:cNvPr>
          <p:cNvSpPr txBox="1"/>
          <p:nvPr/>
        </p:nvSpPr>
        <p:spPr>
          <a:xfrm>
            <a:off x="6475331" y="6136110"/>
            <a:ext cx="56218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方维</a:t>
            </a:r>
            <a:r>
              <a:rPr lang="en-US" altLang="zh-CN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朱耀宇</a:t>
            </a:r>
            <a:r>
              <a:rPr lang="en-US" altLang="zh-CN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黄梓涵</a:t>
            </a:r>
            <a:r>
              <a:rPr lang="en-US" altLang="zh-CN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脉冲深度学习梯度替代算法研究综述</a:t>
            </a:r>
            <a:r>
              <a:rPr lang="en-US" altLang="zh-CN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[J].</a:t>
            </a:r>
            <a:r>
              <a:rPr lang="zh-CN" altLang="en-US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计算机学报</a:t>
            </a:r>
            <a:r>
              <a:rPr lang="en-US" altLang="zh-CN" sz="14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,2025,48(8):1885-1922.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D79EDD-2079-4AA5-9B58-A260900DFED3}"/>
              </a:ext>
            </a:extLst>
          </p:cNvPr>
          <p:cNvSpPr txBox="1"/>
          <p:nvPr/>
        </p:nvSpPr>
        <p:spPr>
          <a:xfrm>
            <a:off x="-11685" y="5036633"/>
            <a:ext cx="6556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Wu Y, Deng L, Li G, et al. </a:t>
            </a:r>
            <a:r>
              <a:rPr lang="en-US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Spatio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-temporal backpropagation for training high-performance spiking neural networks[J]. Frontiers in neuroscience, 2018, 12: 331.</a:t>
            </a:r>
            <a:endParaRPr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46C6EF-DD2F-420E-8CE2-D16C8F53D4B6}"/>
              </a:ext>
            </a:extLst>
          </p:cNvPr>
          <p:cNvSpPr txBox="1"/>
          <p:nvPr/>
        </p:nvSpPr>
        <p:spPr>
          <a:xfrm>
            <a:off x="-11684" y="5559853"/>
            <a:ext cx="610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Zenke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F, Ganguli S. </a:t>
            </a:r>
            <a:r>
              <a:rPr lang="en-US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Superspike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Supervised learning in multilayer spiking neural networks[J]. Neural computation, 2018, 30(6): 1514-1541.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AD5264-40AA-49BF-98B7-5937F9DAB385}"/>
              </a:ext>
            </a:extLst>
          </p:cNvPr>
          <p:cNvSpPr txBox="1"/>
          <p:nvPr/>
        </p:nvSpPr>
        <p:spPr>
          <a:xfrm>
            <a:off x="-11684" y="6083073"/>
            <a:ext cx="610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Shrestha S B, Orchard G. Slayer: Spike layer error reassignment in time[J]. Advances in neural information processing systems, 2018, 31.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1F1FD2-7E9E-4261-9931-CDFA87A2F63C}"/>
              </a:ext>
            </a:extLst>
          </p:cNvPr>
          <p:cNvSpPr txBox="1"/>
          <p:nvPr/>
        </p:nvSpPr>
        <p:spPr>
          <a:xfrm>
            <a:off x="116306" y="122007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反向传播算法在</a:t>
            </a:r>
            <a:r>
              <a:rPr lang="en-US" altLang="zh-CN" sz="2400" dirty="0"/>
              <a:t>SNN</a:t>
            </a:r>
            <a:r>
              <a:rPr lang="zh-CN" altLang="en-US" sz="2400" dirty="0"/>
              <a:t>训练中的方案：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99EF9C1-782F-4544-A9B8-CD60B12943A5}"/>
              </a:ext>
            </a:extLst>
          </p:cNvPr>
          <p:cNvSpPr txBox="1"/>
          <p:nvPr/>
        </p:nvSpPr>
        <p:spPr>
          <a:xfrm>
            <a:off x="165701" y="2071434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231F20"/>
                </a:solidFill>
                <a:effectLst/>
                <a:latin typeface="FZSSK--GBK1-0"/>
              </a:rPr>
              <a:t>通过时间反向传播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 Through Time</a:t>
            </a:r>
            <a:r>
              <a:rPr lang="en-US" altLang="zh-CN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BPTT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D33CC4-B5F1-4A13-8BA1-F142B347ADA1}"/>
              </a:ext>
            </a:extLst>
          </p:cNvPr>
          <p:cNvSpPr/>
          <p:nvPr/>
        </p:nvSpPr>
        <p:spPr>
          <a:xfrm>
            <a:off x="165701" y="1911196"/>
            <a:ext cx="5998196" cy="68410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18D7EC-BF81-413C-8306-E44E9DCD9B66}"/>
              </a:ext>
            </a:extLst>
          </p:cNvPr>
          <p:cNvSpPr/>
          <p:nvPr/>
        </p:nvSpPr>
        <p:spPr>
          <a:xfrm>
            <a:off x="165701" y="3343925"/>
            <a:ext cx="5998196" cy="68410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加号 5">
            <a:extLst>
              <a:ext uri="{FF2B5EF4-FFF2-40B4-BE49-F238E27FC236}">
                <a16:creationId xmlns:a16="http://schemas.microsoft.com/office/drawing/2014/main" id="{94204807-56C9-45CA-9165-F5056499023F}"/>
              </a:ext>
            </a:extLst>
          </p:cNvPr>
          <p:cNvSpPr/>
          <p:nvPr/>
        </p:nvSpPr>
        <p:spPr>
          <a:xfrm>
            <a:off x="2892376" y="2699331"/>
            <a:ext cx="555251" cy="54344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070889-6A54-44CE-BC05-90A4D8DB48EB}"/>
              </a:ext>
            </a:extLst>
          </p:cNvPr>
          <p:cNvSpPr txBox="1"/>
          <p:nvPr/>
        </p:nvSpPr>
        <p:spPr>
          <a:xfrm>
            <a:off x="1367551" y="3494271"/>
            <a:ext cx="3822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231F20"/>
                </a:solidFill>
                <a:effectLst/>
                <a:latin typeface="FZSSK--GBK1-0"/>
              </a:rPr>
              <a:t>梯 度 替 代 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Surrogate Gradient 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5DD663-5D94-4496-8494-83A3BE0A256F}"/>
              </a:ext>
            </a:extLst>
          </p:cNvPr>
          <p:cNvSpPr txBox="1"/>
          <p:nvPr/>
        </p:nvSpPr>
        <p:spPr>
          <a:xfrm>
            <a:off x="-1524" y="45831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经典论文：</a:t>
            </a:r>
          </a:p>
        </p:txBody>
      </p:sp>
    </p:spTree>
    <p:extLst>
      <p:ext uri="{BB962C8B-B14F-4D97-AF65-F5344CB8AC3E}">
        <p14:creationId xmlns:p14="http://schemas.microsoft.com/office/powerpoint/2010/main" val="98856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B245E7-B1E5-4280-A5F3-45502C13ED64}"/>
              </a:ext>
            </a:extLst>
          </p:cNvPr>
          <p:cNvSpPr txBox="1"/>
          <p:nvPr/>
        </p:nvSpPr>
        <p:spPr>
          <a:xfrm>
            <a:off x="149013" y="1227442"/>
            <a:ext cx="7051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31F20"/>
                </a:solidFill>
                <a:effectLst/>
                <a:latin typeface="FZSSK--GBK1-0"/>
              </a:rPr>
              <a:t>通过时间反向传播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 Through Time</a:t>
            </a:r>
            <a:r>
              <a:rPr lang="en-US" altLang="zh-CN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BPTT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BF3B3BA-4DFA-4FCB-9EBF-788D70574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42" y="2797419"/>
            <a:ext cx="5620991" cy="245590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C82B10EC-88C8-46A2-8B14-C6E5A47DD881}"/>
              </a:ext>
            </a:extLst>
          </p:cNvPr>
          <p:cNvSpPr txBox="1"/>
          <p:nvPr/>
        </p:nvSpPr>
        <p:spPr>
          <a:xfrm>
            <a:off x="149013" y="1964005"/>
            <a:ext cx="1160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Roboto" panose="02000000000000000000" pitchFamily="2" charset="0"/>
              </a:rPr>
              <a:t>将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RNN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的计算图一次展开一个时间步， 以获得模型变量和参数之间的依赖关系。 </a:t>
            </a:r>
            <a:endParaRPr lang="en-US" altLang="zh-CN" b="0" i="0" dirty="0">
              <a:effectLst/>
              <a:latin typeface="Roboto" panose="02000000000000000000" pitchFamily="2" charset="0"/>
            </a:endParaRPr>
          </a:p>
          <a:p>
            <a:r>
              <a:rPr lang="zh-CN" altLang="en-US" b="0" i="0" dirty="0">
                <a:effectLst/>
                <a:latin typeface="Roboto" panose="02000000000000000000" pitchFamily="2" charset="0"/>
              </a:rPr>
              <a:t>然后，基于链式法则，应用反向传播来计算和存储梯度</a:t>
            </a:r>
            <a:r>
              <a:rPr lang="zh-CN" altLang="en-US" dirty="0">
                <a:latin typeface="Roboto" panose="02000000000000000000" pitchFamily="2" charset="0"/>
              </a:rPr>
              <a:t>。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6CC9D6-851D-4039-8DE4-9AE9E31F509E}"/>
              </a:ext>
            </a:extLst>
          </p:cNvPr>
          <p:cNvSpPr txBox="1"/>
          <p:nvPr/>
        </p:nvSpPr>
        <p:spPr>
          <a:xfrm>
            <a:off x="7437117" y="1038258"/>
            <a:ext cx="47548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 err="1">
                <a:effectLst/>
                <a:latin typeface="Roboto" panose="02000000000000000000" pitchFamily="2" charset="0"/>
              </a:rPr>
              <a:t>Werbos</a:t>
            </a:r>
            <a:r>
              <a:rPr lang="en-US" altLang="zh-CN" sz="1400" b="0" i="0" dirty="0">
                <a:effectLst/>
                <a:latin typeface="Roboto" panose="02000000000000000000" pitchFamily="2" charset="0"/>
              </a:rPr>
              <a:t>, P. J. (1990). Backpropagation through time: what it does and how to do it. </a:t>
            </a:r>
            <a:r>
              <a:rPr lang="en-US" altLang="zh-CN" sz="1400" b="0" i="1" dirty="0">
                <a:effectLst/>
                <a:latin typeface="Roboto" panose="02000000000000000000" pitchFamily="2" charset="0"/>
              </a:rPr>
              <a:t>Proceedings of the IEEE</a:t>
            </a:r>
            <a:r>
              <a:rPr lang="en-US" altLang="zh-CN" sz="1400" b="0" i="0" dirty="0">
                <a:effectLst/>
                <a:latin typeface="Roboto" panose="02000000000000000000" pitchFamily="2" charset="0"/>
              </a:rPr>
              <a:t>, </a:t>
            </a:r>
            <a:r>
              <a:rPr lang="en-US" altLang="zh-CN" sz="1400" b="0" i="1" dirty="0">
                <a:effectLst/>
                <a:latin typeface="Roboto" panose="02000000000000000000" pitchFamily="2" charset="0"/>
              </a:rPr>
              <a:t>78</a:t>
            </a:r>
            <a:r>
              <a:rPr lang="en-US" altLang="zh-CN" sz="1400" b="0" i="0" dirty="0">
                <a:effectLst/>
                <a:latin typeface="Roboto" panose="02000000000000000000" pitchFamily="2" charset="0"/>
              </a:rPr>
              <a:t>(10), 1550–1560.</a:t>
            </a:r>
            <a:endParaRPr lang="zh-CN" altLang="en-US" sz="1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B40A4D8-A064-40AA-A089-8B0E7B1F6F40}"/>
              </a:ext>
            </a:extLst>
          </p:cNvPr>
          <p:cNvSpPr txBox="1"/>
          <p:nvPr/>
        </p:nvSpPr>
        <p:spPr>
          <a:xfrm>
            <a:off x="149013" y="5496767"/>
            <a:ext cx="6658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8.7. </a:t>
            </a:r>
            <a:r>
              <a:rPr lang="zh-CN" altLang="en-US" dirty="0">
                <a:hlinkClick r:id="rId4"/>
              </a:rPr>
              <a:t>通过时间反向传播 </a:t>
            </a:r>
            <a:r>
              <a:rPr lang="en-US" altLang="zh-CN" dirty="0">
                <a:hlinkClick r:id="rId4"/>
              </a:rPr>
              <a:t>— </a:t>
            </a:r>
            <a:r>
              <a:rPr lang="zh-CN" altLang="en-US" dirty="0">
                <a:hlinkClick r:id="rId4"/>
              </a:rPr>
              <a:t>动手学深度学习 </a:t>
            </a:r>
            <a:r>
              <a:rPr lang="en-US" altLang="zh-CN" dirty="0">
                <a:hlinkClick r:id="rId4"/>
              </a:rPr>
              <a:t>2.0.0 documentation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1007249-2425-4306-8B6C-E38CA180909A}"/>
              </a:ext>
            </a:extLst>
          </p:cNvPr>
          <p:cNvSpPr txBox="1"/>
          <p:nvPr/>
        </p:nvSpPr>
        <p:spPr>
          <a:xfrm>
            <a:off x="149013" y="58966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5"/>
              </a:rPr>
              <a:t>循环神经网络讲解｜随时间反向传播推导</a:t>
            </a:r>
            <a:r>
              <a:rPr lang="en-US" altLang="zh-CN" dirty="0">
                <a:hlinkClick r:id="rId5"/>
              </a:rPr>
              <a:t>(BPTT)</a:t>
            </a:r>
            <a:r>
              <a:rPr lang="zh-CN" altLang="en-US" dirty="0">
                <a:hlinkClick r:id="rId5"/>
              </a:rPr>
              <a:t> </a:t>
            </a:r>
            <a:r>
              <a:rPr lang="en-US" altLang="zh-CN" dirty="0">
                <a:hlinkClick r:id="rId5"/>
              </a:rPr>
              <a:t>_</a:t>
            </a:r>
            <a:r>
              <a:rPr lang="zh-CN" altLang="en-US" dirty="0">
                <a:hlinkClick r:id="rId5"/>
              </a:rPr>
              <a:t>哔哩哔哩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D42BA9E-9B61-45E9-A52D-67B3DE664227}"/>
              </a:ext>
            </a:extLst>
          </p:cNvPr>
          <p:cNvSpPr txBox="1"/>
          <p:nvPr/>
        </p:nvSpPr>
        <p:spPr>
          <a:xfrm>
            <a:off x="149013" y="6313254"/>
            <a:ext cx="9079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6"/>
              </a:rPr>
              <a:t>2022</a:t>
            </a:r>
            <a:r>
              <a:rPr lang="zh-CN" altLang="en-US" dirty="0">
                <a:hlinkClick r:id="rId6"/>
              </a:rPr>
              <a:t>北京交通大学</a:t>
            </a:r>
            <a:r>
              <a:rPr lang="en-US" altLang="zh-CN" dirty="0">
                <a:hlinkClick r:id="rId6"/>
              </a:rPr>
              <a:t>《</a:t>
            </a:r>
            <a:r>
              <a:rPr lang="zh-CN" altLang="en-US" dirty="0">
                <a:hlinkClick r:id="rId6"/>
              </a:rPr>
              <a:t>深度学习</a:t>
            </a:r>
            <a:r>
              <a:rPr lang="en-US" altLang="zh-CN" dirty="0">
                <a:hlinkClick r:id="rId6"/>
              </a:rPr>
              <a:t>》</a:t>
            </a:r>
            <a:r>
              <a:rPr lang="zh-CN" altLang="en-US" dirty="0">
                <a:hlinkClick r:id="rId6"/>
              </a:rPr>
              <a:t>（专业课）第</a:t>
            </a:r>
            <a:r>
              <a:rPr lang="en-US" altLang="zh-CN" dirty="0">
                <a:hlinkClick r:id="rId6"/>
              </a:rPr>
              <a:t>8</a:t>
            </a:r>
            <a:r>
              <a:rPr lang="zh-CN" altLang="en-US" dirty="0">
                <a:hlinkClick r:id="rId6"/>
              </a:rPr>
              <a:t>讲 循环神经网络</a:t>
            </a:r>
            <a:r>
              <a:rPr lang="en-US" altLang="zh-CN" dirty="0">
                <a:hlinkClick r:id="rId6"/>
              </a:rPr>
              <a:t>I_</a:t>
            </a:r>
            <a:r>
              <a:rPr lang="zh-CN" altLang="en-US" dirty="0">
                <a:hlinkClick r:id="rId6"/>
              </a:rPr>
              <a:t>哔哩哔哩</a:t>
            </a:r>
            <a:r>
              <a:rPr lang="en-US" altLang="zh-CN" dirty="0">
                <a:hlinkClick r:id="rId6"/>
              </a:rPr>
              <a:t>_</a:t>
            </a:r>
            <a:r>
              <a:rPr lang="en-US" altLang="zh-CN" dirty="0" err="1">
                <a:hlinkClick r:id="rId6"/>
              </a:rPr>
              <a:t>bilibili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0B3200C3-C754-4A69-BE45-EC82951F4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854" y="3663911"/>
            <a:ext cx="4449213" cy="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3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B245E7-B1E5-4280-A5F3-45502C13ED64}"/>
              </a:ext>
            </a:extLst>
          </p:cNvPr>
          <p:cNvSpPr txBox="1"/>
          <p:nvPr/>
        </p:nvSpPr>
        <p:spPr>
          <a:xfrm>
            <a:off x="149013" y="1227442"/>
            <a:ext cx="7051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31F20"/>
                </a:solidFill>
                <a:effectLst/>
                <a:latin typeface="FZSSK--GBK1-0"/>
              </a:rPr>
              <a:t>通过时间反向传播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 Through Time</a:t>
            </a:r>
            <a:r>
              <a:rPr lang="en-US" altLang="zh-CN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BPTT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F99BE57-D337-466E-AEA7-6407943FB87E}"/>
              </a:ext>
            </a:extLst>
          </p:cNvPr>
          <p:cNvSpPr/>
          <p:nvPr/>
        </p:nvSpPr>
        <p:spPr>
          <a:xfrm>
            <a:off x="1324608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22C00CC-3F22-4073-B9C0-9F108EBB7F43}"/>
              </a:ext>
            </a:extLst>
          </p:cNvPr>
          <p:cNvSpPr/>
          <p:nvPr/>
        </p:nvSpPr>
        <p:spPr>
          <a:xfrm>
            <a:off x="2570901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FB1FDDE-C60B-4ABD-B8AD-8FFC367A70FB}"/>
              </a:ext>
            </a:extLst>
          </p:cNvPr>
          <p:cNvSpPr/>
          <p:nvPr/>
        </p:nvSpPr>
        <p:spPr>
          <a:xfrm>
            <a:off x="3817195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3582D6E-6E3C-4EA2-9379-F397F49813B7}"/>
              </a:ext>
            </a:extLst>
          </p:cNvPr>
          <p:cNvSpPr/>
          <p:nvPr/>
        </p:nvSpPr>
        <p:spPr>
          <a:xfrm>
            <a:off x="1324608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E5398BA-8CED-4772-9125-D74AE77B8890}"/>
              </a:ext>
            </a:extLst>
          </p:cNvPr>
          <p:cNvSpPr/>
          <p:nvPr/>
        </p:nvSpPr>
        <p:spPr>
          <a:xfrm>
            <a:off x="2570901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99F2A75-5B81-4740-96FE-FB086F3FB16D}"/>
              </a:ext>
            </a:extLst>
          </p:cNvPr>
          <p:cNvSpPr/>
          <p:nvPr/>
        </p:nvSpPr>
        <p:spPr>
          <a:xfrm>
            <a:off x="3817195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7E9E9B5-1548-41F9-9A5F-125E2DDEB7CC}"/>
              </a:ext>
            </a:extLst>
          </p:cNvPr>
          <p:cNvCxnSpPr>
            <a:stCxn id="14" idx="0"/>
            <a:endCxn id="2" idx="4"/>
          </p:cNvCxnSpPr>
          <p:nvPr/>
        </p:nvCxnSpPr>
        <p:spPr>
          <a:xfrm flipV="1">
            <a:off x="1574977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B1176F5-D720-4586-A852-E27E858E3928}"/>
              </a:ext>
            </a:extLst>
          </p:cNvPr>
          <p:cNvCxnSpPr>
            <a:cxnSpLocks/>
            <a:stCxn id="15" idx="0"/>
            <a:endCxn id="12" idx="4"/>
          </p:cNvCxnSpPr>
          <p:nvPr/>
        </p:nvCxnSpPr>
        <p:spPr>
          <a:xfrm flipV="1">
            <a:off x="2821270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2613705-F8E8-4EE3-9487-3C66D5280942}"/>
              </a:ext>
            </a:extLst>
          </p:cNvPr>
          <p:cNvCxnSpPr>
            <a:cxnSpLocks/>
            <a:stCxn id="16" idx="0"/>
            <a:endCxn id="13" idx="4"/>
          </p:cNvCxnSpPr>
          <p:nvPr/>
        </p:nvCxnSpPr>
        <p:spPr>
          <a:xfrm flipV="1">
            <a:off x="4067564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BBCB555-4CC2-457F-9563-B50AE30CCD03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1825346" y="5261834"/>
            <a:ext cx="7455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4A663C9-5E27-4B0C-B8AC-A99F7169FC0C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3071639" y="5261834"/>
            <a:ext cx="7455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D6030D-4DA6-4AF6-914E-83FB7698C909}"/>
              </a:ext>
            </a:extLst>
          </p:cNvPr>
          <p:cNvCxnSpPr>
            <a:cxnSpLocks/>
            <a:stCxn id="48" idx="0"/>
            <a:endCxn id="14" idx="4"/>
          </p:cNvCxnSpPr>
          <p:nvPr/>
        </p:nvCxnSpPr>
        <p:spPr>
          <a:xfrm flipV="1">
            <a:off x="1574976" y="5502287"/>
            <a:ext cx="1" cy="7936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F2B1527-E902-406F-A8DF-E11BC8AA5BA7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2807424" y="5487837"/>
            <a:ext cx="13654" cy="806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ACB48F4-07CC-48F3-802C-3CC978F29CB1}"/>
              </a:ext>
            </a:extLst>
          </p:cNvPr>
          <p:cNvCxnSpPr>
            <a:cxnSpLocks/>
            <a:stCxn id="59" idx="0"/>
            <a:endCxn id="16" idx="4"/>
          </p:cNvCxnSpPr>
          <p:nvPr/>
        </p:nvCxnSpPr>
        <p:spPr>
          <a:xfrm flipV="1">
            <a:off x="4067564" y="5502287"/>
            <a:ext cx="0" cy="7918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DDE37F54-5C1C-4504-B827-CE573D4D2329}"/>
              </a:ext>
            </a:extLst>
          </p:cNvPr>
          <p:cNvSpPr txBox="1"/>
          <p:nvPr/>
        </p:nvSpPr>
        <p:spPr>
          <a:xfrm>
            <a:off x="1951901" y="480016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E1E9545-66CD-459C-9CB2-40052961211D}"/>
              </a:ext>
            </a:extLst>
          </p:cNvPr>
          <p:cNvSpPr txBox="1"/>
          <p:nvPr/>
        </p:nvSpPr>
        <p:spPr>
          <a:xfrm>
            <a:off x="3202342" y="480016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E6268A8-BB87-48B5-ADDC-20216DC5B6D0}"/>
              </a:ext>
            </a:extLst>
          </p:cNvPr>
          <p:cNvSpPr txBox="1"/>
          <p:nvPr/>
        </p:nvSpPr>
        <p:spPr>
          <a:xfrm>
            <a:off x="1174267" y="428965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723E6BF-E8B3-49A1-B8FD-09B7E17B1154}"/>
              </a:ext>
            </a:extLst>
          </p:cNvPr>
          <p:cNvSpPr txBox="1"/>
          <p:nvPr/>
        </p:nvSpPr>
        <p:spPr>
          <a:xfrm>
            <a:off x="2444344" y="429399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50A2F46-8A4E-43C8-8551-562592AAC5F8}"/>
              </a:ext>
            </a:extLst>
          </p:cNvPr>
          <p:cNvSpPr txBox="1"/>
          <p:nvPr/>
        </p:nvSpPr>
        <p:spPr>
          <a:xfrm>
            <a:off x="3653306" y="428965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FAE926E-A229-4D51-A476-68B56D7938EF}"/>
              </a:ext>
            </a:extLst>
          </p:cNvPr>
          <p:cNvSpPr txBox="1"/>
          <p:nvPr/>
        </p:nvSpPr>
        <p:spPr>
          <a:xfrm>
            <a:off x="1174267" y="5638369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C9CDF0E-CA3E-4B7D-B6E7-F6490246820B}"/>
              </a:ext>
            </a:extLst>
          </p:cNvPr>
          <p:cNvSpPr txBox="1"/>
          <p:nvPr/>
        </p:nvSpPr>
        <p:spPr>
          <a:xfrm>
            <a:off x="2444344" y="5638369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E87B168-20C6-4183-AE80-40BD006F520E}"/>
              </a:ext>
            </a:extLst>
          </p:cNvPr>
          <p:cNvSpPr txBox="1"/>
          <p:nvPr/>
        </p:nvSpPr>
        <p:spPr>
          <a:xfrm>
            <a:off x="3653116" y="5638369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BE9AD14-9B43-44D0-9F04-36404DA685B9}"/>
              </a:ext>
            </a:extLst>
          </p:cNvPr>
          <p:cNvSpPr txBox="1"/>
          <p:nvPr/>
        </p:nvSpPr>
        <p:spPr>
          <a:xfrm>
            <a:off x="57165" y="1689621"/>
            <a:ext cx="373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用一个简单的例子感受一下：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1F348D5-3683-4ACE-8ADD-1FC29E6C710E}"/>
                  </a:ext>
                </a:extLst>
              </p:cNvPr>
              <p:cNvSpPr txBox="1"/>
              <p:nvPr/>
            </p:nvSpPr>
            <p:spPr>
              <a:xfrm>
                <a:off x="1331381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1F348D5-3683-4ACE-8ADD-1FC29E6C7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1" y="5064914"/>
                <a:ext cx="50073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51E264-C961-4671-A63F-86BAF12CB507}"/>
                  </a:ext>
                </a:extLst>
              </p:cNvPr>
              <p:cNvSpPr txBox="1"/>
              <p:nvPr/>
            </p:nvSpPr>
            <p:spPr>
              <a:xfrm>
                <a:off x="2577675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51E264-C961-4671-A63F-86BAF12CB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5" y="5064914"/>
                <a:ext cx="50073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30C366A-39C4-4437-83DF-468A6F4FB402}"/>
                  </a:ext>
                </a:extLst>
              </p:cNvPr>
              <p:cNvSpPr txBox="1"/>
              <p:nvPr/>
            </p:nvSpPr>
            <p:spPr>
              <a:xfrm>
                <a:off x="3823970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30C366A-39C4-4437-83DF-468A6F4FB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970" y="5064914"/>
                <a:ext cx="5007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7237086-AF26-47B8-AA2E-9904C387F217}"/>
                  </a:ext>
                </a:extLst>
              </p:cNvPr>
              <p:cNvSpPr txBox="1"/>
              <p:nvPr/>
            </p:nvSpPr>
            <p:spPr>
              <a:xfrm>
                <a:off x="1324606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7237086-AF26-47B8-AA2E-9904C387F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606" y="3577874"/>
                <a:ext cx="50073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D09F5F-9450-4539-A742-CD78340DF8EF}"/>
                  </a:ext>
                </a:extLst>
              </p:cNvPr>
              <p:cNvSpPr txBox="1"/>
              <p:nvPr/>
            </p:nvSpPr>
            <p:spPr>
              <a:xfrm>
                <a:off x="2577674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D09F5F-9450-4539-A742-CD78340DF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4" y="3577874"/>
                <a:ext cx="50073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70BAA8E-3F69-4B9D-8175-E09A3CA94D2E}"/>
                  </a:ext>
                </a:extLst>
              </p:cNvPr>
              <p:cNvSpPr txBox="1"/>
              <p:nvPr/>
            </p:nvSpPr>
            <p:spPr>
              <a:xfrm>
                <a:off x="3823970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70BAA8E-3F69-4B9D-8175-E09A3CA94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970" y="3577874"/>
                <a:ext cx="50073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8A1B8A5-467C-4B53-982B-CA0F08D9C375}"/>
                  </a:ext>
                </a:extLst>
              </p:cNvPr>
              <p:cNvSpPr txBox="1"/>
              <p:nvPr/>
            </p:nvSpPr>
            <p:spPr>
              <a:xfrm>
                <a:off x="1331381" y="6317971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8A1B8A5-467C-4B53-982B-CA0F08D9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1" y="6317971"/>
                <a:ext cx="5007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36BAB2E-A7B2-4D35-99A2-38F31B53A7BC}"/>
                  </a:ext>
                </a:extLst>
              </p:cNvPr>
              <p:cNvSpPr txBox="1"/>
              <p:nvPr/>
            </p:nvSpPr>
            <p:spPr>
              <a:xfrm>
                <a:off x="2577673" y="6327555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36BAB2E-A7B2-4D35-99A2-38F31B53A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3" y="6327555"/>
                <a:ext cx="50073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01EBD76-C53C-4AFC-9315-76465DEE2EFF}"/>
                  </a:ext>
                </a:extLst>
              </p:cNvPr>
              <p:cNvSpPr txBox="1"/>
              <p:nvPr/>
            </p:nvSpPr>
            <p:spPr>
              <a:xfrm>
                <a:off x="3824158" y="6312757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01EBD76-C53C-4AFC-9315-76465DEE2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158" y="6312757"/>
                <a:ext cx="50073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椭圆 47">
            <a:extLst>
              <a:ext uri="{FF2B5EF4-FFF2-40B4-BE49-F238E27FC236}">
                <a16:creationId xmlns:a16="http://schemas.microsoft.com/office/drawing/2014/main" id="{4AE68D99-C047-4E16-AB9F-401F6E103A87}"/>
              </a:ext>
            </a:extLst>
          </p:cNvPr>
          <p:cNvSpPr/>
          <p:nvPr/>
        </p:nvSpPr>
        <p:spPr>
          <a:xfrm>
            <a:off x="1324607" y="629589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576E83A-8775-4B91-8882-1D6A98542920}"/>
              </a:ext>
            </a:extLst>
          </p:cNvPr>
          <p:cNvSpPr/>
          <p:nvPr/>
        </p:nvSpPr>
        <p:spPr>
          <a:xfrm>
            <a:off x="2570709" y="629414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B266A99F-3F66-4A40-AA2B-239D888314E5}"/>
              </a:ext>
            </a:extLst>
          </p:cNvPr>
          <p:cNvSpPr/>
          <p:nvPr/>
        </p:nvSpPr>
        <p:spPr>
          <a:xfrm>
            <a:off x="3817195" y="629414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08FFC6B-0DC9-4D0E-B3AA-8E6E771DB436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574977" y="3170954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DFB0EBC-C314-4235-930C-5501232E2A7E}"/>
                  </a:ext>
                </a:extLst>
              </p:cNvPr>
              <p:cNvSpPr txBox="1"/>
              <p:nvPr/>
            </p:nvSpPr>
            <p:spPr>
              <a:xfrm>
                <a:off x="1331380" y="2765017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DFB0EBC-C314-4235-930C-5501232E2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0" y="2765017"/>
                <a:ext cx="50073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C7F00FF-EBD6-4882-9BC9-16B36496548A}"/>
              </a:ext>
            </a:extLst>
          </p:cNvPr>
          <p:cNvCxnSpPr>
            <a:cxnSpLocks/>
          </p:cNvCxnSpPr>
          <p:nvPr/>
        </p:nvCxnSpPr>
        <p:spPr>
          <a:xfrm flipV="1">
            <a:off x="2814305" y="3167214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C61E51CD-92B5-4613-8167-428C7F2A659E}"/>
              </a:ext>
            </a:extLst>
          </p:cNvPr>
          <p:cNvCxnSpPr>
            <a:cxnSpLocks/>
          </p:cNvCxnSpPr>
          <p:nvPr/>
        </p:nvCxnSpPr>
        <p:spPr>
          <a:xfrm flipV="1">
            <a:off x="4074339" y="3170953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9FAFA62-51C7-4AE9-B095-798B419BC094}"/>
                  </a:ext>
                </a:extLst>
              </p:cNvPr>
              <p:cNvSpPr txBox="1"/>
              <p:nvPr/>
            </p:nvSpPr>
            <p:spPr>
              <a:xfrm>
                <a:off x="2577673" y="2769731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9FAFA62-51C7-4AE9-B095-798B419BC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3" y="2769731"/>
                <a:ext cx="50073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D4C181C-DA95-478E-BD9A-04BC45B06FBB}"/>
                  </a:ext>
                </a:extLst>
              </p:cNvPr>
              <p:cNvSpPr txBox="1"/>
              <p:nvPr/>
            </p:nvSpPr>
            <p:spPr>
              <a:xfrm>
                <a:off x="3817194" y="2772168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D4C181C-DA95-478E-BD9A-04BC45B06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194" y="2772168"/>
                <a:ext cx="50073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图片 29">
            <a:extLst>
              <a:ext uri="{FF2B5EF4-FFF2-40B4-BE49-F238E27FC236}">
                <a16:creationId xmlns:a16="http://schemas.microsoft.com/office/drawing/2014/main" id="{88F4ED7A-8C6A-4229-9BDC-1DE0342D8F2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128" y="2209990"/>
            <a:ext cx="3143412" cy="41912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400FFB2-EC8B-48F0-A940-2AE6290E59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1459" y="1822232"/>
            <a:ext cx="2375022" cy="800141"/>
          </a:xfrm>
          <a:prstGeom prst="rect">
            <a:avLst/>
          </a:prstGeom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91CCE783-508D-4ABF-AAE8-B2EE233399B7}"/>
              </a:ext>
            </a:extLst>
          </p:cNvPr>
          <p:cNvSpPr/>
          <p:nvPr/>
        </p:nvSpPr>
        <p:spPr>
          <a:xfrm>
            <a:off x="200721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E7DF23-25A2-4724-AB76-9465D3AE9663}"/>
                  </a:ext>
                </a:extLst>
              </p:cNvPr>
              <p:cNvSpPr txBox="1"/>
              <p:nvPr/>
            </p:nvSpPr>
            <p:spPr>
              <a:xfrm>
                <a:off x="200720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E7DF23-25A2-4724-AB76-9465D3AE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20" y="5064914"/>
                <a:ext cx="50073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9AA050A-7E25-43CB-850D-5B7DB370FA3E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722439" y="5261834"/>
            <a:ext cx="6021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11377B0-1D82-4538-A5D3-AEE76C8A8E8F}"/>
              </a:ext>
            </a:extLst>
          </p:cNvPr>
          <p:cNvSpPr txBox="1"/>
          <p:nvPr/>
        </p:nvSpPr>
        <p:spPr>
          <a:xfrm>
            <a:off x="708235" y="480016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8F7B0BD-EF79-4A0B-B764-3E2DDD4342B9}"/>
              </a:ext>
            </a:extLst>
          </p:cNvPr>
          <p:cNvSpPr txBox="1"/>
          <p:nvPr/>
        </p:nvSpPr>
        <p:spPr>
          <a:xfrm>
            <a:off x="6806971" y="2018045"/>
            <a:ext cx="373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试求：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AD52A14A-A9B6-4E43-A3B5-3E2078D95E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04323" y="1917097"/>
            <a:ext cx="482625" cy="635033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8E4DDED-8365-4FDE-8969-B6EDB6B9AD7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25573" y="1907961"/>
            <a:ext cx="501676" cy="628682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7313ACA7-6959-4A5E-982F-CBB685BE688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34587" y="1886599"/>
            <a:ext cx="520727" cy="635033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D769741E-422E-4202-8DCD-FD827F8803A8}"/>
              </a:ext>
            </a:extLst>
          </p:cNvPr>
          <p:cNvSpPr txBox="1"/>
          <p:nvPr/>
        </p:nvSpPr>
        <p:spPr>
          <a:xfrm>
            <a:off x="8162898" y="2209881"/>
            <a:ext cx="44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、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621C235-41D8-496C-8E93-0A87E31B60C8}"/>
              </a:ext>
            </a:extLst>
          </p:cNvPr>
          <p:cNvSpPr txBox="1"/>
          <p:nvPr/>
        </p:nvSpPr>
        <p:spPr>
          <a:xfrm>
            <a:off x="8879923" y="2202711"/>
            <a:ext cx="44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、</a:t>
            </a: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5203E529-C207-4498-A236-B802A23E3BE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54687" y="3304275"/>
            <a:ext cx="6885160" cy="380696"/>
          </a:xfrm>
          <a:prstGeom prst="rect">
            <a:avLst/>
          </a:prstGeom>
        </p:spPr>
      </p:pic>
      <p:sp>
        <p:nvSpPr>
          <p:cNvPr id="83" name="文本框 78">
            <a:extLst>
              <a:ext uri="{FF2B5EF4-FFF2-40B4-BE49-F238E27FC236}">
                <a16:creationId xmlns:a16="http://schemas.microsoft.com/office/drawing/2014/main" id="{C22E57A5-289D-4E6D-A14B-39C0E5734F1E}"/>
              </a:ext>
            </a:extLst>
          </p:cNvPr>
          <p:cNvSpPr txBox="1"/>
          <p:nvPr/>
        </p:nvSpPr>
        <p:spPr>
          <a:xfrm>
            <a:off x="4797755" y="29343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核心方法：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BF984680-5351-4149-864D-A5FA15E72F0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82822" y="3858949"/>
            <a:ext cx="3848298" cy="336567"/>
          </a:xfrm>
          <a:prstGeom prst="rect">
            <a:avLst/>
          </a:prstGeom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81F8725-0553-46E4-B8AC-95B0E18D63E9}"/>
              </a:ext>
            </a:extLst>
          </p:cNvPr>
          <p:cNvSpPr/>
          <p:nvPr/>
        </p:nvSpPr>
        <p:spPr>
          <a:xfrm>
            <a:off x="5436190" y="4195516"/>
            <a:ext cx="365756" cy="5558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78">
            <a:extLst>
              <a:ext uri="{FF2B5EF4-FFF2-40B4-BE49-F238E27FC236}">
                <a16:creationId xmlns:a16="http://schemas.microsoft.com/office/drawing/2014/main" id="{0609948C-8568-4813-B7F7-809FD11E01B3}"/>
              </a:ext>
            </a:extLst>
          </p:cNvPr>
          <p:cNvSpPr txBox="1"/>
          <p:nvPr/>
        </p:nvSpPr>
        <p:spPr>
          <a:xfrm>
            <a:off x="8676411" y="3836742"/>
            <a:ext cx="2946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“串联相乘，并联相加”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6B8D71F-F947-4924-9EDC-AF856AB55F37}"/>
              </a:ext>
            </a:extLst>
          </p:cNvPr>
          <p:cNvSpPr txBox="1"/>
          <p:nvPr/>
        </p:nvSpPr>
        <p:spPr>
          <a:xfrm>
            <a:off x="7198002" y="4815201"/>
            <a:ext cx="1188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链式法则</a:t>
            </a:r>
          </a:p>
        </p:txBody>
      </p:sp>
      <p:sp>
        <p:nvSpPr>
          <p:cNvPr id="72" name="箭头: 下 71">
            <a:extLst>
              <a:ext uri="{FF2B5EF4-FFF2-40B4-BE49-F238E27FC236}">
                <a16:creationId xmlns:a16="http://schemas.microsoft.com/office/drawing/2014/main" id="{5568F6FC-3106-4A3E-818B-7E28CEBA2492}"/>
              </a:ext>
            </a:extLst>
          </p:cNvPr>
          <p:cNvSpPr/>
          <p:nvPr/>
        </p:nvSpPr>
        <p:spPr>
          <a:xfrm>
            <a:off x="7506144" y="4195516"/>
            <a:ext cx="365756" cy="5558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CA58DB6-F04A-41C2-A3A4-89A1E9E780CF}"/>
              </a:ext>
            </a:extLst>
          </p:cNvPr>
          <p:cNvSpPr txBox="1"/>
          <p:nvPr/>
        </p:nvSpPr>
        <p:spPr>
          <a:xfrm>
            <a:off x="5188961" y="4815201"/>
            <a:ext cx="955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全导数</a:t>
            </a:r>
          </a:p>
        </p:txBody>
      </p:sp>
    </p:spTree>
    <p:extLst>
      <p:ext uri="{BB962C8B-B14F-4D97-AF65-F5344CB8AC3E}">
        <p14:creationId xmlns:p14="http://schemas.microsoft.com/office/powerpoint/2010/main" val="237927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ED6E44-19CD-4DFF-870E-60A581D85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67" y="1133109"/>
            <a:ext cx="3117229" cy="26686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8914A6-40C8-445C-A2B1-BF324CEB0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36" y="3920521"/>
            <a:ext cx="3179460" cy="27874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05CE78-BD1C-47F6-810B-D0EF2EA66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261" y="1014348"/>
            <a:ext cx="2764472" cy="26464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85C348-3D0C-4546-A98C-958F371B8B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261" y="3671860"/>
            <a:ext cx="3289406" cy="313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93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B245E7-B1E5-4280-A5F3-45502C13ED64}"/>
              </a:ext>
            </a:extLst>
          </p:cNvPr>
          <p:cNvSpPr txBox="1"/>
          <p:nvPr/>
        </p:nvSpPr>
        <p:spPr>
          <a:xfrm>
            <a:off x="149013" y="1227442"/>
            <a:ext cx="7051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31F20"/>
                </a:solidFill>
                <a:effectLst/>
                <a:latin typeface="FZSSK--GBK1-0"/>
              </a:rPr>
              <a:t>通过时间反向传播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 Through Time</a:t>
            </a:r>
            <a:r>
              <a:rPr lang="en-US" altLang="zh-CN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BPTT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F99BE57-D337-466E-AEA7-6407943FB87E}"/>
              </a:ext>
            </a:extLst>
          </p:cNvPr>
          <p:cNvSpPr/>
          <p:nvPr/>
        </p:nvSpPr>
        <p:spPr>
          <a:xfrm>
            <a:off x="1324608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22C00CC-3F22-4073-B9C0-9F108EBB7F43}"/>
              </a:ext>
            </a:extLst>
          </p:cNvPr>
          <p:cNvSpPr/>
          <p:nvPr/>
        </p:nvSpPr>
        <p:spPr>
          <a:xfrm>
            <a:off x="2570901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FB1FDDE-C60B-4ABD-B8AD-8FFC367A70FB}"/>
              </a:ext>
            </a:extLst>
          </p:cNvPr>
          <p:cNvSpPr/>
          <p:nvPr/>
        </p:nvSpPr>
        <p:spPr>
          <a:xfrm>
            <a:off x="3817195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3582D6E-6E3C-4EA2-9379-F397F49813B7}"/>
              </a:ext>
            </a:extLst>
          </p:cNvPr>
          <p:cNvSpPr/>
          <p:nvPr/>
        </p:nvSpPr>
        <p:spPr>
          <a:xfrm>
            <a:off x="1324608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E5398BA-8CED-4772-9125-D74AE77B8890}"/>
              </a:ext>
            </a:extLst>
          </p:cNvPr>
          <p:cNvSpPr/>
          <p:nvPr/>
        </p:nvSpPr>
        <p:spPr>
          <a:xfrm>
            <a:off x="2570901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99F2A75-5B81-4740-96FE-FB086F3FB16D}"/>
              </a:ext>
            </a:extLst>
          </p:cNvPr>
          <p:cNvSpPr/>
          <p:nvPr/>
        </p:nvSpPr>
        <p:spPr>
          <a:xfrm>
            <a:off x="3817195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7E9E9B5-1548-41F9-9A5F-125E2DDEB7CC}"/>
              </a:ext>
            </a:extLst>
          </p:cNvPr>
          <p:cNvCxnSpPr>
            <a:stCxn id="14" idx="0"/>
            <a:endCxn id="2" idx="4"/>
          </p:cNvCxnSpPr>
          <p:nvPr/>
        </p:nvCxnSpPr>
        <p:spPr>
          <a:xfrm flipV="1">
            <a:off x="1574977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B1176F5-D720-4586-A852-E27E858E3928}"/>
              </a:ext>
            </a:extLst>
          </p:cNvPr>
          <p:cNvCxnSpPr>
            <a:cxnSpLocks/>
            <a:stCxn id="15" idx="0"/>
            <a:endCxn id="12" idx="4"/>
          </p:cNvCxnSpPr>
          <p:nvPr/>
        </p:nvCxnSpPr>
        <p:spPr>
          <a:xfrm flipV="1">
            <a:off x="2821270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2613705-F8E8-4EE3-9487-3C66D5280942}"/>
              </a:ext>
            </a:extLst>
          </p:cNvPr>
          <p:cNvCxnSpPr>
            <a:cxnSpLocks/>
            <a:stCxn id="16" idx="0"/>
            <a:endCxn id="13" idx="4"/>
          </p:cNvCxnSpPr>
          <p:nvPr/>
        </p:nvCxnSpPr>
        <p:spPr>
          <a:xfrm flipV="1">
            <a:off x="4067564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BBCB555-4CC2-457F-9563-B50AE30CCD03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1825346" y="5261834"/>
            <a:ext cx="7455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4A663C9-5E27-4B0C-B8AC-A99F7169FC0C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3071639" y="5261834"/>
            <a:ext cx="7455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D6030D-4DA6-4AF6-914E-83FB7698C909}"/>
              </a:ext>
            </a:extLst>
          </p:cNvPr>
          <p:cNvCxnSpPr>
            <a:cxnSpLocks/>
            <a:stCxn id="48" idx="0"/>
            <a:endCxn id="14" idx="4"/>
          </p:cNvCxnSpPr>
          <p:nvPr/>
        </p:nvCxnSpPr>
        <p:spPr>
          <a:xfrm flipV="1">
            <a:off x="1574976" y="5502287"/>
            <a:ext cx="1" cy="7936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F2B1527-E902-406F-A8DF-E11BC8AA5BA7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2807424" y="5487837"/>
            <a:ext cx="13654" cy="806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ACB48F4-07CC-48F3-802C-3CC978F29CB1}"/>
              </a:ext>
            </a:extLst>
          </p:cNvPr>
          <p:cNvCxnSpPr>
            <a:cxnSpLocks/>
            <a:stCxn id="59" idx="0"/>
            <a:endCxn id="16" idx="4"/>
          </p:cNvCxnSpPr>
          <p:nvPr/>
        </p:nvCxnSpPr>
        <p:spPr>
          <a:xfrm flipV="1">
            <a:off x="4067564" y="5502287"/>
            <a:ext cx="0" cy="7918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DE37F54-5C1C-4504-B827-CE573D4D2329}"/>
                  </a:ext>
                </a:extLst>
              </p:cNvPr>
              <p:cNvSpPr txBox="1"/>
              <p:nvPr/>
            </p:nvSpPr>
            <p:spPr>
              <a:xfrm>
                <a:off x="1902420" y="4800169"/>
                <a:ext cx="6551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DE37F54-5C1C-4504-B827-CE573D4D2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420" y="4800169"/>
                <a:ext cx="655116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E1E9545-66CD-459C-9CB2-40052961211D}"/>
                  </a:ext>
                </a:extLst>
              </p:cNvPr>
              <p:cNvSpPr txBox="1"/>
              <p:nvPr/>
            </p:nvSpPr>
            <p:spPr>
              <a:xfrm>
                <a:off x="3148713" y="4800169"/>
                <a:ext cx="6551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E1E9545-66CD-459C-9CB2-400529612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713" y="4800169"/>
                <a:ext cx="655115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E6268A8-BB87-48B5-ADDC-20216DC5B6D0}"/>
                  </a:ext>
                </a:extLst>
              </p:cNvPr>
              <p:cNvSpPr txBox="1"/>
              <p:nvPr/>
            </p:nvSpPr>
            <p:spPr>
              <a:xfrm>
                <a:off x="1089044" y="4289653"/>
                <a:ext cx="548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E6268A8-BB87-48B5-ADDC-20216DC5B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044" y="4289653"/>
                <a:ext cx="548612" cy="461665"/>
              </a:xfrm>
              <a:prstGeom prst="rect">
                <a:avLst/>
              </a:prstGeom>
              <a:blipFill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723E6BF-E8B3-49A1-B8FD-09B7E17B1154}"/>
                  </a:ext>
                </a:extLst>
              </p:cNvPr>
              <p:cNvSpPr txBox="1"/>
              <p:nvPr/>
            </p:nvSpPr>
            <p:spPr>
              <a:xfrm>
                <a:off x="2370221" y="4294932"/>
                <a:ext cx="5557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723E6BF-E8B3-49A1-B8FD-09B7E17B1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221" y="4294932"/>
                <a:ext cx="555730" cy="461665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50A2F46-8A4E-43C8-8551-562592AAC5F8}"/>
                  </a:ext>
                </a:extLst>
              </p:cNvPr>
              <p:cNvSpPr txBox="1"/>
              <p:nvPr/>
            </p:nvSpPr>
            <p:spPr>
              <a:xfrm>
                <a:off x="3578993" y="4296579"/>
                <a:ext cx="5557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50A2F46-8A4E-43C8-8551-562592AAC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993" y="4296579"/>
                <a:ext cx="555730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FAE926E-A229-4D51-A476-68B56D7938EF}"/>
                  </a:ext>
                </a:extLst>
              </p:cNvPr>
              <p:cNvSpPr txBox="1"/>
              <p:nvPr/>
            </p:nvSpPr>
            <p:spPr>
              <a:xfrm>
                <a:off x="1085342" y="5645276"/>
                <a:ext cx="5899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FAE926E-A229-4D51-A476-68B56D793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42" y="5645276"/>
                <a:ext cx="589905" cy="461665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C9CDF0E-CA3E-4B7D-B6E7-F6490246820B}"/>
                  </a:ext>
                </a:extLst>
              </p:cNvPr>
              <p:cNvSpPr txBox="1"/>
              <p:nvPr/>
            </p:nvSpPr>
            <p:spPr>
              <a:xfrm>
                <a:off x="2275498" y="5638369"/>
                <a:ext cx="597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C9CDF0E-CA3E-4B7D-B6E7-F64902468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498" y="5638369"/>
                <a:ext cx="597022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87B168-20C6-4183-AE80-40BD006F520E}"/>
                  </a:ext>
                </a:extLst>
              </p:cNvPr>
              <p:cNvSpPr txBox="1"/>
              <p:nvPr/>
            </p:nvSpPr>
            <p:spPr>
              <a:xfrm>
                <a:off x="3537701" y="5638369"/>
                <a:ext cx="597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87B168-20C6-4183-AE80-40BD006F5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01" y="5638369"/>
                <a:ext cx="597022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46">
            <a:extLst>
              <a:ext uri="{FF2B5EF4-FFF2-40B4-BE49-F238E27FC236}">
                <a16:creationId xmlns:a16="http://schemas.microsoft.com/office/drawing/2014/main" id="{7BE9AD14-9B43-44D0-9F04-36404DA685B9}"/>
              </a:ext>
            </a:extLst>
          </p:cNvPr>
          <p:cNvSpPr txBox="1"/>
          <p:nvPr/>
        </p:nvSpPr>
        <p:spPr>
          <a:xfrm>
            <a:off x="57165" y="1689621"/>
            <a:ext cx="373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用一个简单的例子感受一下：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1F348D5-3683-4ACE-8ADD-1FC29E6C710E}"/>
                  </a:ext>
                </a:extLst>
              </p:cNvPr>
              <p:cNvSpPr txBox="1"/>
              <p:nvPr/>
            </p:nvSpPr>
            <p:spPr>
              <a:xfrm>
                <a:off x="1331381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1F348D5-3683-4ACE-8ADD-1FC29E6C7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1" y="5064914"/>
                <a:ext cx="50073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51E264-C961-4671-A63F-86BAF12CB507}"/>
                  </a:ext>
                </a:extLst>
              </p:cNvPr>
              <p:cNvSpPr txBox="1"/>
              <p:nvPr/>
            </p:nvSpPr>
            <p:spPr>
              <a:xfrm>
                <a:off x="2577675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51E264-C961-4671-A63F-86BAF12CB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5" y="5064914"/>
                <a:ext cx="50073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30C366A-39C4-4437-83DF-468A6F4FB402}"/>
                  </a:ext>
                </a:extLst>
              </p:cNvPr>
              <p:cNvSpPr txBox="1"/>
              <p:nvPr/>
            </p:nvSpPr>
            <p:spPr>
              <a:xfrm>
                <a:off x="3823970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30C366A-39C4-4437-83DF-468A6F4FB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970" y="5064914"/>
                <a:ext cx="50073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7237086-AF26-47B8-AA2E-9904C387F217}"/>
                  </a:ext>
                </a:extLst>
              </p:cNvPr>
              <p:cNvSpPr txBox="1"/>
              <p:nvPr/>
            </p:nvSpPr>
            <p:spPr>
              <a:xfrm>
                <a:off x="1324606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7237086-AF26-47B8-AA2E-9904C387F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606" y="3577874"/>
                <a:ext cx="50073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D09F5F-9450-4539-A742-CD78340DF8EF}"/>
                  </a:ext>
                </a:extLst>
              </p:cNvPr>
              <p:cNvSpPr txBox="1"/>
              <p:nvPr/>
            </p:nvSpPr>
            <p:spPr>
              <a:xfrm>
                <a:off x="2577674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D09F5F-9450-4539-A742-CD78340DF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4" y="3577874"/>
                <a:ext cx="50073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70BAA8E-3F69-4B9D-8175-E09A3CA94D2E}"/>
                  </a:ext>
                </a:extLst>
              </p:cNvPr>
              <p:cNvSpPr txBox="1"/>
              <p:nvPr/>
            </p:nvSpPr>
            <p:spPr>
              <a:xfrm>
                <a:off x="3823970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70BAA8E-3F69-4B9D-8175-E09A3CA94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970" y="3577874"/>
                <a:ext cx="50073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8A1B8A5-467C-4B53-982B-CA0F08D9C375}"/>
                  </a:ext>
                </a:extLst>
              </p:cNvPr>
              <p:cNvSpPr txBox="1"/>
              <p:nvPr/>
            </p:nvSpPr>
            <p:spPr>
              <a:xfrm>
                <a:off x="1331381" y="6317971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8A1B8A5-467C-4B53-982B-CA0F08D9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1" y="6317971"/>
                <a:ext cx="50073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36BAB2E-A7B2-4D35-99A2-38F31B53A7BC}"/>
                  </a:ext>
                </a:extLst>
              </p:cNvPr>
              <p:cNvSpPr txBox="1"/>
              <p:nvPr/>
            </p:nvSpPr>
            <p:spPr>
              <a:xfrm>
                <a:off x="2577673" y="6327555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36BAB2E-A7B2-4D35-99A2-38F31B53A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3" y="6327555"/>
                <a:ext cx="50073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01EBD76-C53C-4AFC-9315-76465DEE2EFF}"/>
                  </a:ext>
                </a:extLst>
              </p:cNvPr>
              <p:cNvSpPr txBox="1"/>
              <p:nvPr/>
            </p:nvSpPr>
            <p:spPr>
              <a:xfrm>
                <a:off x="3824158" y="6312757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01EBD76-C53C-4AFC-9315-76465DEE2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158" y="6312757"/>
                <a:ext cx="50073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椭圆 47">
            <a:extLst>
              <a:ext uri="{FF2B5EF4-FFF2-40B4-BE49-F238E27FC236}">
                <a16:creationId xmlns:a16="http://schemas.microsoft.com/office/drawing/2014/main" id="{4AE68D99-C047-4E16-AB9F-401F6E103A87}"/>
              </a:ext>
            </a:extLst>
          </p:cNvPr>
          <p:cNvSpPr/>
          <p:nvPr/>
        </p:nvSpPr>
        <p:spPr>
          <a:xfrm>
            <a:off x="1324607" y="629589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576E83A-8775-4B91-8882-1D6A98542920}"/>
              </a:ext>
            </a:extLst>
          </p:cNvPr>
          <p:cNvSpPr/>
          <p:nvPr/>
        </p:nvSpPr>
        <p:spPr>
          <a:xfrm>
            <a:off x="2570709" y="629414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B266A99F-3F66-4A40-AA2B-239D888314E5}"/>
              </a:ext>
            </a:extLst>
          </p:cNvPr>
          <p:cNvSpPr/>
          <p:nvPr/>
        </p:nvSpPr>
        <p:spPr>
          <a:xfrm>
            <a:off x="3817195" y="629414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08FFC6B-0DC9-4D0E-B3AA-8E6E771DB436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574977" y="3170954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DFB0EBC-C314-4235-930C-5501232E2A7E}"/>
                  </a:ext>
                </a:extLst>
              </p:cNvPr>
              <p:cNvSpPr txBox="1"/>
              <p:nvPr/>
            </p:nvSpPr>
            <p:spPr>
              <a:xfrm>
                <a:off x="1331380" y="2765017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DFB0EBC-C314-4235-930C-5501232E2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0" y="2765017"/>
                <a:ext cx="50073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C7F00FF-EBD6-4882-9BC9-16B36496548A}"/>
              </a:ext>
            </a:extLst>
          </p:cNvPr>
          <p:cNvCxnSpPr>
            <a:cxnSpLocks/>
          </p:cNvCxnSpPr>
          <p:nvPr/>
        </p:nvCxnSpPr>
        <p:spPr>
          <a:xfrm flipV="1">
            <a:off x="2814305" y="3167214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C61E51CD-92B5-4613-8167-428C7F2A659E}"/>
              </a:ext>
            </a:extLst>
          </p:cNvPr>
          <p:cNvCxnSpPr>
            <a:cxnSpLocks/>
          </p:cNvCxnSpPr>
          <p:nvPr/>
        </p:nvCxnSpPr>
        <p:spPr>
          <a:xfrm flipV="1">
            <a:off x="4074339" y="3170953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9FAFA62-51C7-4AE9-B095-798B419BC094}"/>
                  </a:ext>
                </a:extLst>
              </p:cNvPr>
              <p:cNvSpPr txBox="1"/>
              <p:nvPr/>
            </p:nvSpPr>
            <p:spPr>
              <a:xfrm>
                <a:off x="2577673" y="2769731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9FAFA62-51C7-4AE9-B095-798B419BC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3" y="2769731"/>
                <a:ext cx="50073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D4C181C-DA95-478E-BD9A-04BC45B06FBB}"/>
                  </a:ext>
                </a:extLst>
              </p:cNvPr>
              <p:cNvSpPr txBox="1"/>
              <p:nvPr/>
            </p:nvSpPr>
            <p:spPr>
              <a:xfrm>
                <a:off x="3817194" y="2772168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D4C181C-DA95-478E-BD9A-04BC45B06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194" y="2772168"/>
                <a:ext cx="50073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图片 29">
            <a:extLst>
              <a:ext uri="{FF2B5EF4-FFF2-40B4-BE49-F238E27FC236}">
                <a16:creationId xmlns:a16="http://schemas.microsoft.com/office/drawing/2014/main" id="{88F4ED7A-8C6A-4229-9BDC-1DE0342D8F2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128" y="2209990"/>
            <a:ext cx="3143412" cy="41912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400FFB2-EC8B-48F0-A940-2AE6290E59A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91459" y="1822232"/>
            <a:ext cx="2375022" cy="800141"/>
          </a:xfrm>
          <a:prstGeom prst="rect">
            <a:avLst/>
          </a:prstGeom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91CCE783-508D-4ABF-AAE8-B2EE233399B7}"/>
              </a:ext>
            </a:extLst>
          </p:cNvPr>
          <p:cNvSpPr/>
          <p:nvPr/>
        </p:nvSpPr>
        <p:spPr>
          <a:xfrm>
            <a:off x="200721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E7DF23-25A2-4724-AB76-9465D3AE9663}"/>
                  </a:ext>
                </a:extLst>
              </p:cNvPr>
              <p:cNvSpPr txBox="1"/>
              <p:nvPr/>
            </p:nvSpPr>
            <p:spPr>
              <a:xfrm>
                <a:off x="200720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E7DF23-25A2-4724-AB76-9465D3AE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20" y="5064914"/>
                <a:ext cx="500739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9AA050A-7E25-43CB-850D-5B7DB370FA3E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722439" y="5261834"/>
            <a:ext cx="6021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11377B0-1D82-4538-A5D3-AEE76C8A8E8F}"/>
                  </a:ext>
                </a:extLst>
              </p:cNvPr>
              <p:cNvSpPr txBox="1"/>
              <p:nvPr/>
            </p:nvSpPr>
            <p:spPr>
              <a:xfrm>
                <a:off x="708235" y="4800169"/>
                <a:ext cx="6551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11377B0-1D82-4538-A5D3-AEE76C8A8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35" y="4800169"/>
                <a:ext cx="655115" cy="461665"/>
              </a:xfrm>
              <a:prstGeom prst="rect">
                <a:avLst/>
              </a:prstGeom>
              <a:blipFill>
                <a:blip r:embed="rId2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本框 73">
            <a:extLst>
              <a:ext uri="{FF2B5EF4-FFF2-40B4-BE49-F238E27FC236}">
                <a16:creationId xmlns:a16="http://schemas.microsoft.com/office/drawing/2014/main" id="{98F7B0BD-EF79-4A0B-B764-3E2DDD4342B9}"/>
              </a:ext>
            </a:extLst>
          </p:cNvPr>
          <p:cNvSpPr txBox="1"/>
          <p:nvPr/>
        </p:nvSpPr>
        <p:spPr>
          <a:xfrm>
            <a:off x="6806971" y="2018045"/>
            <a:ext cx="373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试求：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AD52A14A-A9B6-4E43-A3B5-3E2078D95EB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04323" y="1917097"/>
            <a:ext cx="482625" cy="635033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8E4DDED-8365-4FDE-8969-B6EDB6B9AD7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25573" y="1907961"/>
            <a:ext cx="501676" cy="628682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7313ACA7-6959-4A5E-982F-CBB685BE688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34587" y="1886599"/>
            <a:ext cx="520727" cy="635033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D769741E-422E-4202-8DCD-FD827F8803A8}"/>
              </a:ext>
            </a:extLst>
          </p:cNvPr>
          <p:cNvSpPr txBox="1"/>
          <p:nvPr/>
        </p:nvSpPr>
        <p:spPr>
          <a:xfrm>
            <a:off x="8162898" y="2209881"/>
            <a:ext cx="44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、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621C235-41D8-496C-8E93-0A87E31B60C8}"/>
              </a:ext>
            </a:extLst>
          </p:cNvPr>
          <p:cNvSpPr txBox="1"/>
          <p:nvPr/>
        </p:nvSpPr>
        <p:spPr>
          <a:xfrm>
            <a:off x="8879923" y="2202711"/>
            <a:ext cx="44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、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40B80D6-F837-4CCF-A05E-B0E33EC98B63}"/>
              </a:ext>
            </a:extLst>
          </p:cNvPr>
          <p:cNvSpPr txBox="1"/>
          <p:nvPr/>
        </p:nvSpPr>
        <p:spPr>
          <a:xfrm>
            <a:off x="4868358" y="41518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找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>的路径：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5C46B51-CB59-4EB0-92AF-61678979324F}"/>
              </a:ext>
            </a:extLst>
          </p:cNvPr>
          <p:cNvCxnSpPr/>
          <p:nvPr/>
        </p:nvCxnSpPr>
        <p:spPr>
          <a:xfrm flipV="1">
            <a:off x="4478970" y="3200725"/>
            <a:ext cx="0" cy="163295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39CBA17A-16CC-4AF9-B889-8B7028D2A32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44542" y="5203624"/>
            <a:ext cx="2047560" cy="693397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5203E529-C207-4498-A236-B802A23E3BE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113646" y="2999447"/>
            <a:ext cx="6885160" cy="380696"/>
          </a:xfrm>
          <a:prstGeom prst="rect">
            <a:avLst/>
          </a:prstGeom>
        </p:spPr>
      </p:pic>
      <p:sp>
        <p:nvSpPr>
          <p:cNvPr id="72" name="文本框 78">
            <a:extLst>
              <a:ext uri="{FF2B5EF4-FFF2-40B4-BE49-F238E27FC236}">
                <a16:creationId xmlns:a16="http://schemas.microsoft.com/office/drawing/2014/main" id="{C22E57A5-289D-4E6D-A14B-39C0E5734F1E}"/>
              </a:ext>
            </a:extLst>
          </p:cNvPr>
          <p:cNvSpPr txBox="1"/>
          <p:nvPr/>
        </p:nvSpPr>
        <p:spPr>
          <a:xfrm>
            <a:off x="5056714" y="26295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核心方法：</a:t>
            </a: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BF984680-5351-4149-864D-A5FA15E72F0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43804" y="3493764"/>
            <a:ext cx="3848298" cy="33656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68D0BF3-10C6-4E20-89E5-8122F36706D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067953" y="3946705"/>
            <a:ext cx="1924319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90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287A6AAB-0850-42E4-BC04-090520757B4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129331" y="4058436"/>
            <a:ext cx="2990101" cy="1274682"/>
          </a:xfrm>
          <a:prstGeom prst="bentConnector3">
            <a:avLst>
              <a:gd name="adj1" fmla="val 25309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79094BF0-BDE3-4B42-AC51-1A86043DB83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50194" y="3673223"/>
            <a:ext cx="2997006" cy="2088513"/>
          </a:xfrm>
          <a:prstGeom prst="bentConnector3">
            <a:avLst>
              <a:gd name="adj1" fmla="val 37344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B245E7-B1E5-4280-A5F3-45502C13ED64}"/>
              </a:ext>
            </a:extLst>
          </p:cNvPr>
          <p:cNvSpPr txBox="1"/>
          <p:nvPr/>
        </p:nvSpPr>
        <p:spPr>
          <a:xfrm>
            <a:off x="149013" y="1227442"/>
            <a:ext cx="7051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31F20"/>
                </a:solidFill>
                <a:effectLst/>
                <a:latin typeface="FZSSK--GBK1-0"/>
              </a:rPr>
              <a:t>通过时间反向传播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 Through Time</a:t>
            </a:r>
            <a:r>
              <a:rPr lang="en-US" altLang="zh-CN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BPTT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F99BE57-D337-466E-AEA7-6407943FB87E}"/>
              </a:ext>
            </a:extLst>
          </p:cNvPr>
          <p:cNvSpPr/>
          <p:nvPr/>
        </p:nvSpPr>
        <p:spPr>
          <a:xfrm>
            <a:off x="1324608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22C00CC-3F22-4073-B9C0-9F108EBB7F43}"/>
              </a:ext>
            </a:extLst>
          </p:cNvPr>
          <p:cNvSpPr/>
          <p:nvPr/>
        </p:nvSpPr>
        <p:spPr>
          <a:xfrm>
            <a:off x="2570901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FB1FDDE-C60B-4ABD-B8AD-8FFC367A70FB}"/>
              </a:ext>
            </a:extLst>
          </p:cNvPr>
          <p:cNvSpPr/>
          <p:nvPr/>
        </p:nvSpPr>
        <p:spPr>
          <a:xfrm>
            <a:off x="3817195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3582D6E-6E3C-4EA2-9379-F397F49813B7}"/>
              </a:ext>
            </a:extLst>
          </p:cNvPr>
          <p:cNvSpPr/>
          <p:nvPr/>
        </p:nvSpPr>
        <p:spPr>
          <a:xfrm>
            <a:off x="1324608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E5398BA-8CED-4772-9125-D74AE77B8890}"/>
              </a:ext>
            </a:extLst>
          </p:cNvPr>
          <p:cNvSpPr/>
          <p:nvPr/>
        </p:nvSpPr>
        <p:spPr>
          <a:xfrm>
            <a:off x="2570901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99F2A75-5B81-4740-96FE-FB086F3FB16D}"/>
              </a:ext>
            </a:extLst>
          </p:cNvPr>
          <p:cNvSpPr/>
          <p:nvPr/>
        </p:nvSpPr>
        <p:spPr>
          <a:xfrm>
            <a:off x="3817195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7E9E9B5-1548-41F9-9A5F-125E2DDEB7CC}"/>
              </a:ext>
            </a:extLst>
          </p:cNvPr>
          <p:cNvCxnSpPr>
            <a:stCxn id="14" idx="0"/>
            <a:endCxn id="2" idx="4"/>
          </p:cNvCxnSpPr>
          <p:nvPr/>
        </p:nvCxnSpPr>
        <p:spPr>
          <a:xfrm flipV="1">
            <a:off x="1574977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B1176F5-D720-4586-A852-E27E858E3928}"/>
              </a:ext>
            </a:extLst>
          </p:cNvPr>
          <p:cNvCxnSpPr>
            <a:cxnSpLocks/>
            <a:stCxn id="15" idx="0"/>
            <a:endCxn id="12" idx="4"/>
          </p:cNvCxnSpPr>
          <p:nvPr/>
        </p:nvCxnSpPr>
        <p:spPr>
          <a:xfrm flipV="1">
            <a:off x="2821270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2613705-F8E8-4EE3-9487-3C66D5280942}"/>
              </a:ext>
            </a:extLst>
          </p:cNvPr>
          <p:cNvCxnSpPr>
            <a:cxnSpLocks/>
            <a:stCxn id="16" idx="0"/>
            <a:endCxn id="13" idx="4"/>
          </p:cNvCxnSpPr>
          <p:nvPr/>
        </p:nvCxnSpPr>
        <p:spPr>
          <a:xfrm flipV="1">
            <a:off x="4067564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BBCB555-4CC2-457F-9563-B50AE30CCD03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1825346" y="5261834"/>
            <a:ext cx="7455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4A663C9-5E27-4B0C-B8AC-A99F7169FC0C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3071639" y="5261834"/>
            <a:ext cx="7455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D6030D-4DA6-4AF6-914E-83FB7698C909}"/>
              </a:ext>
            </a:extLst>
          </p:cNvPr>
          <p:cNvCxnSpPr>
            <a:cxnSpLocks/>
            <a:stCxn id="48" idx="0"/>
            <a:endCxn id="14" idx="4"/>
          </p:cNvCxnSpPr>
          <p:nvPr/>
        </p:nvCxnSpPr>
        <p:spPr>
          <a:xfrm flipV="1">
            <a:off x="1574976" y="5502287"/>
            <a:ext cx="1" cy="7936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F2B1527-E902-406F-A8DF-E11BC8AA5BA7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2807424" y="5487837"/>
            <a:ext cx="13654" cy="806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ACB48F4-07CC-48F3-802C-3CC978F29CB1}"/>
              </a:ext>
            </a:extLst>
          </p:cNvPr>
          <p:cNvCxnSpPr>
            <a:cxnSpLocks/>
            <a:stCxn id="59" idx="0"/>
            <a:endCxn id="16" idx="4"/>
          </p:cNvCxnSpPr>
          <p:nvPr/>
        </p:nvCxnSpPr>
        <p:spPr>
          <a:xfrm flipV="1">
            <a:off x="4067564" y="5502287"/>
            <a:ext cx="0" cy="7918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DE37F54-5C1C-4504-B827-CE573D4D2329}"/>
                  </a:ext>
                </a:extLst>
              </p:cNvPr>
              <p:cNvSpPr txBox="1"/>
              <p:nvPr/>
            </p:nvSpPr>
            <p:spPr>
              <a:xfrm>
                <a:off x="1902420" y="4800169"/>
                <a:ext cx="6551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DE37F54-5C1C-4504-B827-CE573D4D2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420" y="4800169"/>
                <a:ext cx="655116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E1E9545-66CD-459C-9CB2-40052961211D}"/>
                  </a:ext>
                </a:extLst>
              </p:cNvPr>
              <p:cNvSpPr txBox="1"/>
              <p:nvPr/>
            </p:nvSpPr>
            <p:spPr>
              <a:xfrm>
                <a:off x="3148713" y="4800169"/>
                <a:ext cx="6551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E1E9545-66CD-459C-9CB2-400529612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713" y="4800169"/>
                <a:ext cx="655115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E6268A8-BB87-48B5-ADDC-20216DC5B6D0}"/>
                  </a:ext>
                </a:extLst>
              </p:cNvPr>
              <p:cNvSpPr txBox="1"/>
              <p:nvPr/>
            </p:nvSpPr>
            <p:spPr>
              <a:xfrm>
                <a:off x="1089044" y="4289653"/>
                <a:ext cx="548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E6268A8-BB87-48B5-ADDC-20216DC5B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044" y="4289653"/>
                <a:ext cx="548612" cy="461665"/>
              </a:xfrm>
              <a:prstGeom prst="rect">
                <a:avLst/>
              </a:prstGeom>
              <a:blipFill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723E6BF-E8B3-49A1-B8FD-09B7E17B1154}"/>
                  </a:ext>
                </a:extLst>
              </p:cNvPr>
              <p:cNvSpPr txBox="1"/>
              <p:nvPr/>
            </p:nvSpPr>
            <p:spPr>
              <a:xfrm>
                <a:off x="2370221" y="4294932"/>
                <a:ext cx="5557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723E6BF-E8B3-49A1-B8FD-09B7E17B1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221" y="4294932"/>
                <a:ext cx="555730" cy="461665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50A2F46-8A4E-43C8-8551-562592AAC5F8}"/>
                  </a:ext>
                </a:extLst>
              </p:cNvPr>
              <p:cNvSpPr txBox="1"/>
              <p:nvPr/>
            </p:nvSpPr>
            <p:spPr>
              <a:xfrm>
                <a:off x="3578993" y="4296579"/>
                <a:ext cx="5557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50A2F46-8A4E-43C8-8551-562592AAC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993" y="4296579"/>
                <a:ext cx="555730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FAE926E-A229-4D51-A476-68B56D7938EF}"/>
                  </a:ext>
                </a:extLst>
              </p:cNvPr>
              <p:cNvSpPr txBox="1"/>
              <p:nvPr/>
            </p:nvSpPr>
            <p:spPr>
              <a:xfrm>
                <a:off x="1085342" y="5645276"/>
                <a:ext cx="5899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FAE926E-A229-4D51-A476-68B56D793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42" y="5645276"/>
                <a:ext cx="589905" cy="461665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C9CDF0E-CA3E-4B7D-B6E7-F6490246820B}"/>
                  </a:ext>
                </a:extLst>
              </p:cNvPr>
              <p:cNvSpPr txBox="1"/>
              <p:nvPr/>
            </p:nvSpPr>
            <p:spPr>
              <a:xfrm>
                <a:off x="2275498" y="5638369"/>
                <a:ext cx="597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C9CDF0E-CA3E-4B7D-B6E7-F64902468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498" y="5638369"/>
                <a:ext cx="597022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87B168-20C6-4183-AE80-40BD006F520E}"/>
                  </a:ext>
                </a:extLst>
              </p:cNvPr>
              <p:cNvSpPr txBox="1"/>
              <p:nvPr/>
            </p:nvSpPr>
            <p:spPr>
              <a:xfrm>
                <a:off x="3537701" y="5638369"/>
                <a:ext cx="597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87B168-20C6-4183-AE80-40BD006F5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01" y="5638369"/>
                <a:ext cx="597022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46">
            <a:extLst>
              <a:ext uri="{FF2B5EF4-FFF2-40B4-BE49-F238E27FC236}">
                <a16:creationId xmlns:a16="http://schemas.microsoft.com/office/drawing/2014/main" id="{7BE9AD14-9B43-44D0-9F04-36404DA685B9}"/>
              </a:ext>
            </a:extLst>
          </p:cNvPr>
          <p:cNvSpPr txBox="1"/>
          <p:nvPr/>
        </p:nvSpPr>
        <p:spPr>
          <a:xfrm>
            <a:off x="57165" y="1689621"/>
            <a:ext cx="373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用一个简单的例子感受一下：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1F348D5-3683-4ACE-8ADD-1FC29E6C710E}"/>
                  </a:ext>
                </a:extLst>
              </p:cNvPr>
              <p:cNvSpPr txBox="1"/>
              <p:nvPr/>
            </p:nvSpPr>
            <p:spPr>
              <a:xfrm>
                <a:off x="1331381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1F348D5-3683-4ACE-8ADD-1FC29E6C7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1" y="5064914"/>
                <a:ext cx="50073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51E264-C961-4671-A63F-86BAF12CB507}"/>
                  </a:ext>
                </a:extLst>
              </p:cNvPr>
              <p:cNvSpPr txBox="1"/>
              <p:nvPr/>
            </p:nvSpPr>
            <p:spPr>
              <a:xfrm>
                <a:off x="2577675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51E264-C961-4671-A63F-86BAF12CB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5" y="5064914"/>
                <a:ext cx="50073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30C366A-39C4-4437-83DF-468A6F4FB402}"/>
                  </a:ext>
                </a:extLst>
              </p:cNvPr>
              <p:cNvSpPr txBox="1"/>
              <p:nvPr/>
            </p:nvSpPr>
            <p:spPr>
              <a:xfrm>
                <a:off x="3823970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30C366A-39C4-4437-83DF-468A6F4FB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970" y="5064914"/>
                <a:ext cx="50073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7237086-AF26-47B8-AA2E-9904C387F217}"/>
                  </a:ext>
                </a:extLst>
              </p:cNvPr>
              <p:cNvSpPr txBox="1"/>
              <p:nvPr/>
            </p:nvSpPr>
            <p:spPr>
              <a:xfrm>
                <a:off x="1324606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7237086-AF26-47B8-AA2E-9904C387F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606" y="3577874"/>
                <a:ext cx="50073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D09F5F-9450-4539-A742-CD78340DF8EF}"/>
                  </a:ext>
                </a:extLst>
              </p:cNvPr>
              <p:cNvSpPr txBox="1"/>
              <p:nvPr/>
            </p:nvSpPr>
            <p:spPr>
              <a:xfrm>
                <a:off x="2577674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D09F5F-9450-4539-A742-CD78340DF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4" y="3577874"/>
                <a:ext cx="50073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70BAA8E-3F69-4B9D-8175-E09A3CA94D2E}"/>
                  </a:ext>
                </a:extLst>
              </p:cNvPr>
              <p:cNvSpPr txBox="1"/>
              <p:nvPr/>
            </p:nvSpPr>
            <p:spPr>
              <a:xfrm>
                <a:off x="3823970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70BAA8E-3F69-4B9D-8175-E09A3CA94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970" y="3577874"/>
                <a:ext cx="50073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8A1B8A5-467C-4B53-982B-CA0F08D9C375}"/>
                  </a:ext>
                </a:extLst>
              </p:cNvPr>
              <p:cNvSpPr txBox="1"/>
              <p:nvPr/>
            </p:nvSpPr>
            <p:spPr>
              <a:xfrm>
                <a:off x="1331381" y="6317971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8A1B8A5-467C-4B53-982B-CA0F08D9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1" y="6317971"/>
                <a:ext cx="50073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36BAB2E-A7B2-4D35-99A2-38F31B53A7BC}"/>
                  </a:ext>
                </a:extLst>
              </p:cNvPr>
              <p:cNvSpPr txBox="1"/>
              <p:nvPr/>
            </p:nvSpPr>
            <p:spPr>
              <a:xfrm>
                <a:off x="2577673" y="6327555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36BAB2E-A7B2-4D35-99A2-38F31B53A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3" y="6327555"/>
                <a:ext cx="50073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01EBD76-C53C-4AFC-9315-76465DEE2EFF}"/>
                  </a:ext>
                </a:extLst>
              </p:cNvPr>
              <p:cNvSpPr txBox="1"/>
              <p:nvPr/>
            </p:nvSpPr>
            <p:spPr>
              <a:xfrm>
                <a:off x="3824158" y="6312757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01EBD76-C53C-4AFC-9315-76465DEE2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158" y="6312757"/>
                <a:ext cx="50073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椭圆 47">
            <a:extLst>
              <a:ext uri="{FF2B5EF4-FFF2-40B4-BE49-F238E27FC236}">
                <a16:creationId xmlns:a16="http://schemas.microsoft.com/office/drawing/2014/main" id="{4AE68D99-C047-4E16-AB9F-401F6E103A87}"/>
              </a:ext>
            </a:extLst>
          </p:cNvPr>
          <p:cNvSpPr/>
          <p:nvPr/>
        </p:nvSpPr>
        <p:spPr>
          <a:xfrm>
            <a:off x="1324607" y="629589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576E83A-8775-4B91-8882-1D6A98542920}"/>
              </a:ext>
            </a:extLst>
          </p:cNvPr>
          <p:cNvSpPr/>
          <p:nvPr/>
        </p:nvSpPr>
        <p:spPr>
          <a:xfrm>
            <a:off x="2570709" y="629414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B266A99F-3F66-4A40-AA2B-239D888314E5}"/>
              </a:ext>
            </a:extLst>
          </p:cNvPr>
          <p:cNvSpPr/>
          <p:nvPr/>
        </p:nvSpPr>
        <p:spPr>
          <a:xfrm>
            <a:off x="3817195" y="629414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08FFC6B-0DC9-4D0E-B3AA-8E6E771DB436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574977" y="3170954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DFB0EBC-C314-4235-930C-5501232E2A7E}"/>
                  </a:ext>
                </a:extLst>
              </p:cNvPr>
              <p:cNvSpPr txBox="1"/>
              <p:nvPr/>
            </p:nvSpPr>
            <p:spPr>
              <a:xfrm>
                <a:off x="1331380" y="2765017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DFB0EBC-C314-4235-930C-5501232E2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0" y="2765017"/>
                <a:ext cx="50073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C7F00FF-EBD6-4882-9BC9-16B36496548A}"/>
              </a:ext>
            </a:extLst>
          </p:cNvPr>
          <p:cNvCxnSpPr>
            <a:cxnSpLocks/>
          </p:cNvCxnSpPr>
          <p:nvPr/>
        </p:nvCxnSpPr>
        <p:spPr>
          <a:xfrm flipV="1">
            <a:off x="2814305" y="3167214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C61E51CD-92B5-4613-8167-428C7F2A659E}"/>
              </a:ext>
            </a:extLst>
          </p:cNvPr>
          <p:cNvCxnSpPr>
            <a:cxnSpLocks/>
          </p:cNvCxnSpPr>
          <p:nvPr/>
        </p:nvCxnSpPr>
        <p:spPr>
          <a:xfrm flipV="1">
            <a:off x="4074339" y="3170953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9FAFA62-51C7-4AE9-B095-798B419BC094}"/>
                  </a:ext>
                </a:extLst>
              </p:cNvPr>
              <p:cNvSpPr txBox="1"/>
              <p:nvPr/>
            </p:nvSpPr>
            <p:spPr>
              <a:xfrm>
                <a:off x="2577673" y="2769731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9FAFA62-51C7-4AE9-B095-798B419BC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3" y="2769731"/>
                <a:ext cx="50073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D4C181C-DA95-478E-BD9A-04BC45B06FBB}"/>
                  </a:ext>
                </a:extLst>
              </p:cNvPr>
              <p:cNvSpPr txBox="1"/>
              <p:nvPr/>
            </p:nvSpPr>
            <p:spPr>
              <a:xfrm>
                <a:off x="3817194" y="2772168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D4C181C-DA95-478E-BD9A-04BC45B06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194" y="2772168"/>
                <a:ext cx="50073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图片 29">
            <a:extLst>
              <a:ext uri="{FF2B5EF4-FFF2-40B4-BE49-F238E27FC236}">
                <a16:creationId xmlns:a16="http://schemas.microsoft.com/office/drawing/2014/main" id="{88F4ED7A-8C6A-4229-9BDC-1DE0342D8F2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128" y="2209990"/>
            <a:ext cx="3143412" cy="41912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400FFB2-EC8B-48F0-A940-2AE6290E59A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91459" y="1822232"/>
            <a:ext cx="2375022" cy="800141"/>
          </a:xfrm>
          <a:prstGeom prst="rect">
            <a:avLst/>
          </a:prstGeom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91CCE783-508D-4ABF-AAE8-B2EE233399B7}"/>
              </a:ext>
            </a:extLst>
          </p:cNvPr>
          <p:cNvSpPr/>
          <p:nvPr/>
        </p:nvSpPr>
        <p:spPr>
          <a:xfrm>
            <a:off x="200721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E7DF23-25A2-4724-AB76-9465D3AE9663}"/>
                  </a:ext>
                </a:extLst>
              </p:cNvPr>
              <p:cNvSpPr txBox="1"/>
              <p:nvPr/>
            </p:nvSpPr>
            <p:spPr>
              <a:xfrm>
                <a:off x="200720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E7DF23-25A2-4724-AB76-9465D3AE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20" y="5064914"/>
                <a:ext cx="500739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9AA050A-7E25-43CB-850D-5B7DB370FA3E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722439" y="5261834"/>
            <a:ext cx="6021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11377B0-1D82-4538-A5D3-AEE76C8A8E8F}"/>
                  </a:ext>
                </a:extLst>
              </p:cNvPr>
              <p:cNvSpPr txBox="1"/>
              <p:nvPr/>
            </p:nvSpPr>
            <p:spPr>
              <a:xfrm>
                <a:off x="708235" y="4800169"/>
                <a:ext cx="6551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11377B0-1D82-4538-A5D3-AEE76C8A8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35" y="4800169"/>
                <a:ext cx="655115" cy="461665"/>
              </a:xfrm>
              <a:prstGeom prst="rect">
                <a:avLst/>
              </a:prstGeom>
              <a:blipFill>
                <a:blip r:embed="rId2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本框 73">
            <a:extLst>
              <a:ext uri="{FF2B5EF4-FFF2-40B4-BE49-F238E27FC236}">
                <a16:creationId xmlns:a16="http://schemas.microsoft.com/office/drawing/2014/main" id="{98F7B0BD-EF79-4A0B-B764-3E2DDD4342B9}"/>
              </a:ext>
            </a:extLst>
          </p:cNvPr>
          <p:cNvSpPr txBox="1"/>
          <p:nvPr/>
        </p:nvSpPr>
        <p:spPr>
          <a:xfrm>
            <a:off x="6806971" y="2018045"/>
            <a:ext cx="373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试求：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AD52A14A-A9B6-4E43-A3B5-3E2078D95EB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04323" y="1917097"/>
            <a:ext cx="482625" cy="635033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8E4DDED-8365-4FDE-8969-B6EDB6B9AD7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25573" y="1907961"/>
            <a:ext cx="501676" cy="628682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7313ACA7-6959-4A5E-982F-CBB685BE688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34587" y="1886599"/>
            <a:ext cx="520727" cy="635033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D769741E-422E-4202-8DCD-FD827F8803A8}"/>
              </a:ext>
            </a:extLst>
          </p:cNvPr>
          <p:cNvSpPr txBox="1"/>
          <p:nvPr/>
        </p:nvSpPr>
        <p:spPr>
          <a:xfrm>
            <a:off x="8162898" y="2209881"/>
            <a:ext cx="44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、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621C235-41D8-496C-8E93-0A87E31B60C8}"/>
              </a:ext>
            </a:extLst>
          </p:cNvPr>
          <p:cNvSpPr txBox="1"/>
          <p:nvPr/>
        </p:nvSpPr>
        <p:spPr>
          <a:xfrm>
            <a:off x="8879923" y="2202711"/>
            <a:ext cx="44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、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40B80D6-F837-4CCF-A05E-B0E33EC98B63}"/>
              </a:ext>
            </a:extLst>
          </p:cNvPr>
          <p:cNvSpPr txBox="1"/>
          <p:nvPr/>
        </p:nvSpPr>
        <p:spPr>
          <a:xfrm>
            <a:off x="4697488" y="37987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）找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>的路径：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5C46B51-CB59-4EB0-92AF-61678979324F}"/>
              </a:ext>
            </a:extLst>
          </p:cNvPr>
          <p:cNvCxnSpPr>
            <a:cxnSpLocks/>
          </p:cNvCxnSpPr>
          <p:nvPr/>
        </p:nvCxnSpPr>
        <p:spPr>
          <a:xfrm flipV="1">
            <a:off x="4478970" y="3200726"/>
            <a:ext cx="0" cy="299010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F96041BE-1A52-4934-9F7E-9483EB4CC6A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69254" y="3825196"/>
            <a:ext cx="2152761" cy="3429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0B6321A-00BE-4B9E-923D-26F396EE3AB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908573" y="4190425"/>
            <a:ext cx="2622685" cy="33656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5847FAA-B301-435A-8A2F-7930738341C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783781" y="4614066"/>
            <a:ext cx="3346622" cy="35561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6B5D0C8-5DE6-4B07-B4A8-DCB2ED01D448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031943" y="5142599"/>
            <a:ext cx="2818934" cy="1598975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5203E529-C207-4498-A236-B802A23E3BE3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883001" y="3016410"/>
            <a:ext cx="6885160" cy="380696"/>
          </a:xfrm>
          <a:prstGeom prst="rect">
            <a:avLst/>
          </a:prstGeom>
        </p:spPr>
      </p:pic>
      <p:sp>
        <p:nvSpPr>
          <p:cNvPr id="83" name="文本框 78">
            <a:extLst>
              <a:ext uri="{FF2B5EF4-FFF2-40B4-BE49-F238E27FC236}">
                <a16:creationId xmlns:a16="http://schemas.microsoft.com/office/drawing/2014/main" id="{C22E57A5-289D-4E6D-A14B-39C0E5734F1E}"/>
              </a:ext>
            </a:extLst>
          </p:cNvPr>
          <p:cNvSpPr txBox="1"/>
          <p:nvPr/>
        </p:nvSpPr>
        <p:spPr>
          <a:xfrm>
            <a:off x="4826069" y="26465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核心方法：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BF984680-5351-4149-864D-A5FA15E72F0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915183" y="3435132"/>
            <a:ext cx="3848298" cy="3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51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8B50BCF4-6F5A-4C10-84D1-18A7E94A5325}"/>
              </a:ext>
            </a:extLst>
          </p:cNvPr>
          <p:cNvCxnSpPr>
            <a:cxnSpLocks/>
          </p:cNvCxnSpPr>
          <p:nvPr/>
        </p:nvCxnSpPr>
        <p:spPr>
          <a:xfrm flipV="1">
            <a:off x="2939318" y="3203166"/>
            <a:ext cx="1625090" cy="1466238"/>
          </a:xfrm>
          <a:prstGeom prst="bentConnector3">
            <a:avLst>
              <a:gd name="adj1" fmla="val 100406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287A6AAB-0850-42E4-BC04-090520757B41}"/>
              </a:ext>
            </a:extLst>
          </p:cNvPr>
          <p:cNvCxnSpPr>
            <a:cxnSpLocks/>
          </p:cNvCxnSpPr>
          <p:nvPr/>
        </p:nvCxnSpPr>
        <p:spPr>
          <a:xfrm flipV="1">
            <a:off x="1675247" y="3200727"/>
            <a:ext cx="2586476" cy="1598321"/>
          </a:xfrm>
          <a:prstGeom prst="bentConnector3">
            <a:avLst>
              <a:gd name="adj1" fmla="val 100084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79094BF0-BDE3-4B42-AC51-1A86043DB839}"/>
              </a:ext>
            </a:extLst>
          </p:cNvPr>
          <p:cNvCxnSpPr>
            <a:cxnSpLocks/>
          </p:cNvCxnSpPr>
          <p:nvPr/>
        </p:nvCxnSpPr>
        <p:spPr>
          <a:xfrm flipV="1">
            <a:off x="334433" y="3218978"/>
            <a:ext cx="3458520" cy="1711024"/>
          </a:xfrm>
          <a:prstGeom prst="bentConnector3">
            <a:avLst>
              <a:gd name="adj1" fmla="val 100185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45D08FBC-E952-48B5-ABFD-5136C1648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07C9B89-0A7C-4CF3-B2B9-F867D38D6868}"/>
              </a:ext>
            </a:extLst>
          </p:cNvPr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B245E7-B1E5-4280-A5F3-45502C13ED64}"/>
              </a:ext>
            </a:extLst>
          </p:cNvPr>
          <p:cNvSpPr txBox="1"/>
          <p:nvPr/>
        </p:nvSpPr>
        <p:spPr>
          <a:xfrm>
            <a:off x="149013" y="1227442"/>
            <a:ext cx="7051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31F20"/>
                </a:solidFill>
                <a:effectLst/>
                <a:latin typeface="FZSSK--GBK1-0"/>
              </a:rPr>
              <a:t>通过时间反向传播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 Through Time</a:t>
            </a:r>
            <a:r>
              <a:rPr lang="en-US" altLang="zh-CN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BPTT</a:t>
            </a:r>
            <a:r>
              <a:rPr lang="zh-CN" altLang="en-US" sz="2000" b="1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F99BE57-D337-466E-AEA7-6407943FB87E}"/>
              </a:ext>
            </a:extLst>
          </p:cNvPr>
          <p:cNvSpPr/>
          <p:nvPr/>
        </p:nvSpPr>
        <p:spPr>
          <a:xfrm>
            <a:off x="1324608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22C00CC-3F22-4073-B9C0-9F108EBB7F43}"/>
              </a:ext>
            </a:extLst>
          </p:cNvPr>
          <p:cNvSpPr/>
          <p:nvPr/>
        </p:nvSpPr>
        <p:spPr>
          <a:xfrm>
            <a:off x="2570901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FB1FDDE-C60B-4ABD-B8AD-8FFC367A70FB}"/>
              </a:ext>
            </a:extLst>
          </p:cNvPr>
          <p:cNvSpPr/>
          <p:nvPr/>
        </p:nvSpPr>
        <p:spPr>
          <a:xfrm>
            <a:off x="3817195" y="3551697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3582D6E-6E3C-4EA2-9379-F397F49813B7}"/>
              </a:ext>
            </a:extLst>
          </p:cNvPr>
          <p:cNvSpPr/>
          <p:nvPr/>
        </p:nvSpPr>
        <p:spPr>
          <a:xfrm>
            <a:off x="1324608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E5398BA-8CED-4772-9125-D74AE77B8890}"/>
              </a:ext>
            </a:extLst>
          </p:cNvPr>
          <p:cNvSpPr/>
          <p:nvPr/>
        </p:nvSpPr>
        <p:spPr>
          <a:xfrm>
            <a:off x="2570901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99F2A75-5B81-4740-96FE-FB086F3FB16D}"/>
              </a:ext>
            </a:extLst>
          </p:cNvPr>
          <p:cNvSpPr/>
          <p:nvPr/>
        </p:nvSpPr>
        <p:spPr>
          <a:xfrm>
            <a:off x="3817195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7E9E9B5-1548-41F9-9A5F-125E2DDEB7CC}"/>
              </a:ext>
            </a:extLst>
          </p:cNvPr>
          <p:cNvCxnSpPr>
            <a:stCxn id="14" idx="0"/>
            <a:endCxn id="2" idx="4"/>
          </p:cNvCxnSpPr>
          <p:nvPr/>
        </p:nvCxnSpPr>
        <p:spPr>
          <a:xfrm flipV="1">
            <a:off x="1574977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B1176F5-D720-4586-A852-E27E858E3928}"/>
              </a:ext>
            </a:extLst>
          </p:cNvPr>
          <p:cNvCxnSpPr>
            <a:cxnSpLocks/>
            <a:stCxn id="15" idx="0"/>
            <a:endCxn id="12" idx="4"/>
          </p:cNvCxnSpPr>
          <p:nvPr/>
        </p:nvCxnSpPr>
        <p:spPr>
          <a:xfrm flipV="1">
            <a:off x="2821270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2613705-F8E8-4EE3-9487-3C66D5280942}"/>
              </a:ext>
            </a:extLst>
          </p:cNvPr>
          <p:cNvCxnSpPr>
            <a:cxnSpLocks/>
            <a:stCxn id="16" idx="0"/>
            <a:endCxn id="13" idx="4"/>
          </p:cNvCxnSpPr>
          <p:nvPr/>
        </p:nvCxnSpPr>
        <p:spPr>
          <a:xfrm flipV="1">
            <a:off x="4067564" y="4032603"/>
            <a:ext cx="0" cy="988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BBCB555-4CC2-457F-9563-B50AE30CCD03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1825346" y="5261834"/>
            <a:ext cx="7455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4A663C9-5E27-4B0C-B8AC-A99F7169FC0C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3071639" y="5261834"/>
            <a:ext cx="7455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D6030D-4DA6-4AF6-914E-83FB7698C909}"/>
              </a:ext>
            </a:extLst>
          </p:cNvPr>
          <p:cNvCxnSpPr>
            <a:cxnSpLocks/>
            <a:stCxn id="48" idx="0"/>
            <a:endCxn id="14" idx="4"/>
          </p:cNvCxnSpPr>
          <p:nvPr/>
        </p:nvCxnSpPr>
        <p:spPr>
          <a:xfrm flipV="1">
            <a:off x="1574976" y="5502287"/>
            <a:ext cx="1" cy="7936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F2B1527-E902-406F-A8DF-E11BC8AA5BA7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2807424" y="5487837"/>
            <a:ext cx="13654" cy="8063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ACB48F4-07CC-48F3-802C-3CC978F29CB1}"/>
              </a:ext>
            </a:extLst>
          </p:cNvPr>
          <p:cNvCxnSpPr>
            <a:cxnSpLocks/>
            <a:stCxn id="59" idx="0"/>
            <a:endCxn id="16" idx="4"/>
          </p:cNvCxnSpPr>
          <p:nvPr/>
        </p:nvCxnSpPr>
        <p:spPr>
          <a:xfrm flipV="1">
            <a:off x="4067564" y="5502287"/>
            <a:ext cx="0" cy="7918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DE37F54-5C1C-4504-B827-CE573D4D2329}"/>
                  </a:ext>
                </a:extLst>
              </p:cNvPr>
              <p:cNvSpPr txBox="1"/>
              <p:nvPr/>
            </p:nvSpPr>
            <p:spPr>
              <a:xfrm>
                <a:off x="1902420" y="4800169"/>
                <a:ext cx="6551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DE37F54-5C1C-4504-B827-CE573D4D2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420" y="4800169"/>
                <a:ext cx="655116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E1E9545-66CD-459C-9CB2-40052961211D}"/>
                  </a:ext>
                </a:extLst>
              </p:cNvPr>
              <p:cNvSpPr txBox="1"/>
              <p:nvPr/>
            </p:nvSpPr>
            <p:spPr>
              <a:xfrm>
                <a:off x="3148713" y="4800169"/>
                <a:ext cx="6551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E1E9545-66CD-459C-9CB2-400529612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713" y="4800169"/>
                <a:ext cx="655115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E6268A8-BB87-48B5-ADDC-20216DC5B6D0}"/>
                  </a:ext>
                </a:extLst>
              </p:cNvPr>
              <p:cNvSpPr txBox="1"/>
              <p:nvPr/>
            </p:nvSpPr>
            <p:spPr>
              <a:xfrm>
                <a:off x="1089044" y="4289653"/>
                <a:ext cx="548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E6268A8-BB87-48B5-ADDC-20216DC5B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044" y="4289653"/>
                <a:ext cx="548612" cy="461665"/>
              </a:xfrm>
              <a:prstGeom prst="rect">
                <a:avLst/>
              </a:prstGeom>
              <a:blipFill>
                <a:blip r:embed="rId5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723E6BF-E8B3-49A1-B8FD-09B7E17B1154}"/>
                  </a:ext>
                </a:extLst>
              </p:cNvPr>
              <p:cNvSpPr txBox="1"/>
              <p:nvPr/>
            </p:nvSpPr>
            <p:spPr>
              <a:xfrm>
                <a:off x="2370221" y="4294932"/>
                <a:ext cx="5557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723E6BF-E8B3-49A1-B8FD-09B7E17B1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221" y="4294932"/>
                <a:ext cx="555730" cy="461665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50A2F46-8A4E-43C8-8551-562592AAC5F8}"/>
                  </a:ext>
                </a:extLst>
              </p:cNvPr>
              <p:cNvSpPr txBox="1"/>
              <p:nvPr/>
            </p:nvSpPr>
            <p:spPr>
              <a:xfrm>
                <a:off x="3578993" y="4296579"/>
                <a:ext cx="5557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50A2F46-8A4E-43C8-8551-562592AAC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993" y="4296579"/>
                <a:ext cx="555730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FAE926E-A229-4D51-A476-68B56D7938EF}"/>
                  </a:ext>
                </a:extLst>
              </p:cNvPr>
              <p:cNvSpPr txBox="1"/>
              <p:nvPr/>
            </p:nvSpPr>
            <p:spPr>
              <a:xfrm>
                <a:off x="1085342" y="5645276"/>
                <a:ext cx="5899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FAE926E-A229-4D51-A476-68B56D793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42" y="5645276"/>
                <a:ext cx="589905" cy="461665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C9CDF0E-CA3E-4B7D-B6E7-F6490246820B}"/>
                  </a:ext>
                </a:extLst>
              </p:cNvPr>
              <p:cNvSpPr txBox="1"/>
              <p:nvPr/>
            </p:nvSpPr>
            <p:spPr>
              <a:xfrm>
                <a:off x="2275498" y="5638369"/>
                <a:ext cx="597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C9CDF0E-CA3E-4B7D-B6E7-F64902468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498" y="5638369"/>
                <a:ext cx="597022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87B168-20C6-4183-AE80-40BD006F520E}"/>
                  </a:ext>
                </a:extLst>
              </p:cNvPr>
              <p:cNvSpPr txBox="1"/>
              <p:nvPr/>
            </p:nvSpPr>
            <p:spPr>
              <a:xfrm>
                <a:off x="3537701" y="5638369"/>
                <a:ext cx="597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87B168-20C6-4183-AE80-40BD006F5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701" y="5638369"/>
                <a:ext cx="597022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46">
            <a:extLst>
              <a:ext uri="{FF2B5EF4-FFF2-40B4-BE49-F238E27FC236}">
                <a16:creationId xmlns:a16="http://schemas.microsoft.com/office/drawing/2014/main" id="{7BE9AD14-9B43-44D0-9F04-36404DA685B9}"/>
              </a:ext>
            </a:extLst>
          </p:cNvPr>
          <p:cNvSpPr txBox="1"/>
          <p:nvPr/>
        </p:nvSpPr>
        <p:spPr>
          <a:xfrm>
            <a:off x="57165" y="1689621"/>
            <a:ext cx="373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用一个简单的例子感受一下：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1F348D5-3683-4ACE-8ADD-1FC29E6C710E}"/>
                  </a:ext>
                </a:extLst>
              </p:cNvPr>
              <p:cNvSpPr txBox="1"/>
              <p:nvPr/>
            </p:nvSpPr>
            <p:spPr>
              <a:xfrm>
                <a:off x="1331381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81F348D5-3683-4ACE-8ADD-1FC29E6C7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1" y="5064914"/>
                <a:ext cx="50073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51E264-C961-4671-A63F-86BAF12CB507}"/>
                  </a:ext>
                </a:extLst>
              </p:cNvPr>
              <p:cNvSpPr txBox="1"/>
              <p:nvPr/>
            </p:nvSpPr>
            <p:spPr>
              <a:xfrm>
                <a:off x="2577675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51E264-C961-4671-A63F-86BAF12CB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5" y="5064914"/>
                <a:ext cx="50073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30C366A-39C4-4437-83DF-468A6F4FB402}"/>
                  </a:ext>
                </a:extLst>
              </p:cNvPr>
              <p:cNvSpPr txBox="1"/>
              <p:nvPr/>
            </p:nvSpPr>
            <p:spPr>
              <a:xfrm>
                <a:off x="3823970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30C366A-39C4-4437-83DF-468A6F4FB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970" y="5064914"/>
                <a:ext cx="50073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7237086-AF26-47B8-AA2E-9904C387F217}"/>
                  </a:ext>
                </a:extLst>
              </p:cNvPr>
              <p:cNvSpPr txBox="1"/>
              <p:nvPr/>
            </p:nvSpPr>
            <p:spPr>
              <a:xfrm>
                <a:off x="1324606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7237086-AF26-47B8-AA2E-9904C387F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606" y="3577874"/>
                <a:ext cx="50073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D09F5F-9450-4539-A742-CD78340DF8EF}"/>
                  </a:ext>
                </a:extLst>
              </p:cNvPr>
              <p:cNvSpPr txBox="1"/>
              <p:nvPr/>
            </p:nvSpPr>
            <p:spPr>
              <a:xfrm>
                <a:off x="2577674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D09F5F-9450-4539-A742-CD78340DF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4" y="3577874"/>
                <a:ext cx="50073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70BAA8E-3F69-4B9D-8175-E09A3CA94D2E}"/>
                  </a:ext>
                </a:extLst>
              </p:cNvPr>
              <p:cNvSpPr txBox="1"/>
              <p:nvPr/>
            </p:nvSpPr>
            <p:spPr>
              <a:xfrm>
                <a:off x="3823970" y="357787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70BAA8E-3F69-4B9D-8175-E09A3CA94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970" y="3577874"/>
                <a:ext cx="50073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8A1B8A5-467C-4B53-982B-CA0F08D9C375}"/>
                  </a:ext>
                </a:extLst>
              </p:cNvPr>
              <p:cNvSpPr txBox="1"/>
              <p:nvPr/>
            </p:nvSpPr>
            <p:spPr>
              <a:xfrm>
                <a:off x="1331381" y="6317971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8A1B8A5-467C-4B53-982B-CA0F08D9C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1" y="6317971"/>
                <a:ext cx="50073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36BAB2E-A7B2-4D35-99A2-38F31B53A7BC}"/>
                  </a:ext>
                </a:extLst>
              </p:cNvPr>
              <p:cNvSpPr txBox="1"/>
              <p:nvPr/>
            </p:nvSpPr>
            <p:spPr>
              <a:xfrm>
                <a:off x="2577673" y="6327555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536BAB2E-A7B2-4D35-99A2-38F31B53A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3" y="6327555"/>
                <a:ext cx="50073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01EBD76-C53C-4AFC-9315-76465DEE2EFF}"/>
                  </a:ext>
                </a:extLst>
              </p:cNvPr>
              <p:cNvSpPr txBox="1"/>
              <p:nvPr/>
            </p:nvSpPr>
            <p:spPr>
              <a:xfrm>
                <a:off x="3824158" y="6312757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01EBD76-C53C-4AFC-9315-76465DEE2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158" y="6312757"/>
                <a:ext cx="50073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椭圆 47">
            <a:extLst>
              <a:ext uri="{FF2B5EF4-FFF2-40B4-BE49-F238E27FC236}">
                <a16:creationId xmlns:a16="http://schemas.microsoft.com/office/drawing/2014/main" id="{4AE68D99-C047-4E16-AB9F-401F6E103A87}"/>
              </a:ext>
            </a:extLst>
          </p:cNvPr>
          <p:cNvSpPr/>
          <p:nvPr/>
        </p:nvSpPr>
        <p:spPr>
          <a:xfrm>
            <a:off x="1324607" y="629589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576E83A-8775-4B91-8882-1D6A98542920}"/>
              </a:ext>
            </a:extLst>
          </p:cNvPr>
          <p:cNvSpPr/>
          <p:nvPr/>
        </p:nvSpPr>
        <p:spPr>
          <a:xfrm>
            <a:off x="2570709" y="629414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B266A99F-3F66-4A40-AA2B-239D888314E5}"/>
              </a:ext>
            </a:extLst>
          </p:cNvPr>
          <p:cNvSpPr/>
          <p:nvPr/>
        </p:nvSpPr>
        <p:spPr>
          <a:xfrm>
            <a:off x="3817195" y="6294145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008FFC6B-0DC9-4D0E-B3AA-8E6E771DB436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574977" y="3170954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DFB0EBC-C314-4235-930C-5501232E2A7E}"/>
                  </a:ext>
                </a:extLst>
              </p:cNvPr>
              <p:cNvSpPr txBox="1"/>
              <p:nvPr/>
            </p:nvSpPr>
            <p:spPr>
              <a:xfrm>
                <a:off x="1331380" y="2765017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DFB0EBC-C314-4235-930C-5501232E2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80" y="2765017"/>
                <a:ext cx="50073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C7F00FF-EBD6-4882-9BC9-16B36496548A}"/>
              </a:ext>
            </a:extLst>
          </p:cNvPr>
          <p:cNvCxnSpPr>
            <a:cxnSpLocks/>
          </p:cNvCxnSpPr>
          <p:nvPr/>
        </p:nvCxnSpPr>
        <p:spPr>
          <a:xfrm flipV="1">
            <a:off x="2814305" y="3167214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C61E51CD-92B5-4613-8167-428C7F2A659E}"/>
              </a:ext>
            </a:extLst>
          </p:cNvPr>
          <p:cNvCxnSpPr>
            <a:cxnSpLocks/>
          </p:cNvCxnSpPr>
          <p:nvPr/>
        </p:nvCxnSpPr>
        <p:spPr>
          <a:xfrm flipV="1">
            <a:off x="4074339" y="3170953"/>
            <a:ext cx="6773" cy="38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9FAFA62-51C7-4AE9-B095-798B419BC094}"/>
                  </a:ext>
                </a:extLst>
              </p:cNvPr>
              <p:cNvSpPr txBox="1"/>
              <p:nvPr/>
            </p:nvSpPr>
            <p:spPr>
              <a:xfrm>
                <a:off x="2577673" y="2769731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79FAFA62-51C7-4AE9-B095-798B419BC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673" y="2769731"/>
                <a:ext cx="50073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D4C181C-DA95-478E-BD9A-04BC45B06FBB}"/>
                  </a:ext>
                </a:extLst>
              </p:cNvPr>
              <p:cNvSpPr txBox="1"/>
              <p:nvPr/>
            </p:nvSpPr>
            <p:spPr>
              <a:xfrm>
                <a:off x="3817194" y="2772168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D4C181C-DA95-478E-BD9A-04BC45B06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194" y="2772168"/>
                <a:ext cx="50073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图片 29">
            <a:extLst>
              <a:ext uri="{FF2B5EF4-FFF2-40B4-BE49-F238E27FC236}">
                <a16:creationId xmlns:a16="http://schemas.microsoft.com/office/drawing/2014/main" id="{88F4ED7A-8C6A-4229-9BDC-1DE0342D8F2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128" y="2209990"/>
            <a:ext cx="3143412" cy="41912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400FFB2-EC8B-48F0-A940-2AE6290E59A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90197" y="1735855"/>
            <a:ext cx="2375022" cy="800141"/>
          </a:xfrm>
          <a:prstGeom prst="rect">
            <a:avLst/>
          </a:prstGeom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91CCE783-508D-4ABF-AAE8-B2EE233399B7}"/>
              </a:ext>
            </a:extLst>
          </p:cNvPr>
          <p:cNvSpPr/>
          <p:nvPr/>
        </p:nvSpPr>
        <p:spPr>
          <a:xfrm>
            <a:off x="200721" y="5021381"/>
            <a:ext cx="500738" cy="480906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E7DF23-25A2-4724-AB76-9465D3AE9663}"/>
                  </a:ext>
                </a:extLst>
              </p:cNvPr>
              <p:cNvSpPr txBox="1"/>
              <p:nvPr/>
            </p:nvSpPr>
            <p:spPr>
              <a:xfrm>
                <a:off x="200720" y="5064914"/>
                <a:ext cx="500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2E7DF23-25A2-4724-AB76-9465D3AE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20" y="5064914"/>
                <a:ext cx="500739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9AA050A-7E25-43CB-850D-5B7DB370FA3E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722439" y="5261834"/>
            <a:ext cx="6021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11377B0-1D82-4538-A5D3-AEE76C8A8E8F}"/>
                  </a:ext>
                </a:extLst>
              </p:cNvPr>
              <p:cNvSpPr txBox="1"/>
              <p:nvPr/>
            </p:nvSpPr>
            <p:spPr>
              <a:xfrm>
                <a:off x="708235" y="4800169"/>
                <a:ext cx="6551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811377B0-1D82-4538-A5D3-AEE76C8A8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35" y="4800169"/>
                <a:ext cx="655115" cy="461665"/>
              </a:xfrm>
              <a:prstGeom prst="rect">
                <a:avLst/>
              </a:prstGeom>
              <a:blipFill>
                <a:blip r:embed="rId2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图片 72">
            <a:extLst>
              <a:ext uri="{FF2B5EF4-FFF2-40B4-BE49-F238E27FC236}">
                <a16:creationId xmlns:a16="http://schemas.microsoft.com/office/drawing/2014/main" id="{5203E529-C207-4498-A236-B802A23E3BE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21552" y="3026483"/>
            <a:ext cx="6885160" cy="380696"/>
          </a:xfrm>
          <a:prstGeom prst="rect">
            <a:avLst/>
          </a:prstGeom>
        </p:spPr>
      </p:pic>
      <p:sp>
        <p:nvSpPr>
          <p:cNvPr id="74" name="文本框 73">
            <a:extLst>
              <a:ext uri="{FF2B5EF4-FFF2-40B4-BE49-F238E27FC236}">
                <a16:creationId xmlns:a16="http://schemas.microsoft.com/office/drawing/2014/main" id="{98F7B0BD-EF79-4A0B-B764-3E2DDD4342B9}"/>
              </a:ext>
            </a:extLst>
          </p:cNvPr>
          <p:cNvSpPr txBox="1"/>
          <p:nvPr/>
        </p:nvSpPr>
        <p:spPr>
          <a:xfrm>
            <a:off x="6806971" y="2018045"/>
            <a:ext cx="373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试求：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AD52A14A-A9B6-4E43-A3B5-3E2078D95EB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04323" y="1917097"/>
            <a:ext cx="482625" cy="635033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8E4DDED-8365-4FDE-8969-B6EDB6B9AD7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25573" y="1907961"/>
            <a:ext cx="501676" cy="628682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7313ACA7-6959-4A5E-982F-CBB685BE688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34587" y="1886599"/>
            <a:ext cx="520727" cy="635033"/>
          </a:xfrm>
          <a:prstGeom prst="rect">
            <a:avLst/>
          </a:prstGeom>
        </p:spPr>
      </p:pic>
      <p:sp>
        <p:nvSpPr>
          <p:cNvPr id="79" name="文本框 78">
            <a:extLst>
              <a:ext uri="{FF2B5EF4-FFF2-40B4-BE49-F238E27FC236}">
                <a16:creationId xmlns:a16="http://schemas.microsoft.com/office/drawing/2014/main" id="{C22E57A5-289D-4E6D-A14B-39C0E5734F1E}"/>
              </a:ext>
            </a:extLst>
          </p:cNvPr>
          <p:cNvSpPr txBox="1"/>
          <p:nvPr/>
        </p:nvSpPr>
        <p:spPr>
          <a:xfrm>
            <a:off x="4764620" y="26565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核心方法：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769741E-422E-4202-8DCD-FD827F8803A8}"/>
              </a:ext>
            </a:extLst>
          </p:cNvPr>
          <p:cNvSpPr txBox="1"/>
          <p:nvPr/>
        </p:nvSpPr>
        <p:spPr>
          <a:xfrm>
            <a:off x="8162898" y="2209881"/>
            <a:ext cx="44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、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621C235-41D8-496C-8E93-0A87E31B60C8}"/>
              </a:ext>
            </a:extLst>
          </p:cNvPr>
          <p:cNvSpPr txBox="1"/>
          <p:nvPr/>
        </p:nvSpPr>
        <p:spPr>
          <a:xfrm>
            <a:off x="8879923" y="2202711"/>
            <a:ext cx="447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、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40B80D6-F837-4CCF-A05E-B0E33EC98B63}"/>
              </a:ext>
            </a:extLst>
          </p:cNvPr>
          <p:cNvSpPr txBox="1"/>
          <p:nvPr/>
        </p:nvSpPr>
        <p:spPr>
          <a:xfrm>
            <a:off x="4697488" y="37987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/>
              <a:t>）找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>的路径：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9613A0-B0C9-4C89-A9AD-643F62AA29B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83374" y="3788448"/>
            <a:ext cx="2070206" cy="3175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DFA96D-9816-4F7E-AA7A-C22B88E4592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42344" y="4181474"/>
            <a:ext cx="2781443" cy="2921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8C64A2F-663D-4324-9F87-6A5386A4D8D9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81995" y="4580734"/>
            <a:ext cx="3283119" cy="34926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D2102AB-5DD1-48AD-BECB-1F71B4ED82B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64094" y="5064914"/>
            <a:ext cx="3111660" cy="1739989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BF984680-5351-4149-864D-A5FA15E72F0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53734" y="3445205"/>
            <a:ext cx="3848298" cy="3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65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694990BA-5164-410C-8B72-F8A85C99666A}"/>
              </a:ext>
            </a:extLst>
          </p:cNvPr>
          <p:cNvCxnSpPr>
            <a:cxnSpLocks/>
            <a:stCxn id="191" idx="0"/>
            <a:endCxn id="193" idx="2"/>
          </p:cNvCxnSpPr>
          <p:nvPr/>
        </p:nvCxnSpPr>
        <p:spPr>
          <a:xfrm flipV="1">
            <a:off x="6087408" y="6106006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B011620E-3D34-41D8-A92B-DC6F7393283A}"/>
              </a:ext>
            </a:extLst>
          </p:cNvPr>
          <p:cNvSpPr/>
          <p:nvPr/>
        </p:nvSpPr>
        <p:spPr>
          <a:xfrm>
            <a:off x="5525221" y="6410823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C09888B9-F53A-4723-B3C2-0D2F23F6FFD8}"/>
              </a:ext>
            </a:extLst>
          </p:cNvPr>
          <p:cNvSpPr/>
          <p:nvPr/>
        </p:nvSpPr>
        <p:spPr>
          <a:xfrm>
            <a:off x="5525221" y="5700030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E24DFB34-F89B-4BB8-8015-B91F7F67C3AF}"/>
              </a:ext>
            </a:extLst>
          </p:cNvPr>
          <p:cNvSpPr txBox="1"/>
          <p:nvPr/>
        </p:nvSpPr>
        <p:spPr>
          <a:xfrm>
            <a:off x="6161065" y="60669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E0596FF2-3FEC-457C-86FA-6440AEA2358A}"/>
              </a:ext>
            </a:extLst>
          </p:cNvPr>
          <p:cNvSpPr/>
          <p:nvPr/>
        </p:nvSpPr>
        <p:spPr>
          <a:xfrm>
            <a:off x="5525220" y="508017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51F4800A-DDAC-4273-B2EC-727E73FBABB0}"/>
              </a:ext>
            </a:extLst>
          </p:cNvPr>
          <p:cNvCxnSpPr>
            <a:cxnSpLocks/>
            <a:stCxn id="193" idx="0"/>
            <a:endCxn id="195" idx="2"/>
          </p:cNvCxnSpPr>
          <p:nvPr/>
        </p:nvCxnSpPr>
        <p:spPr>
          <a:xfrm flipH="1" flipV="1">
            <a:off x="6087407" y="5498345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DFC1C0A6-9F29-4DF1-BC42-F31C23935104}"/>
              </a:ext>
            </a:extLst>
          </p:cNvPr>
          <p:cNvSpPr/>
          <p:nvPr/>
        </p:nvSpPr>
        <p:spPr>
          <a:xfrm>
            <a:off x="5525220" y="4471289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25583170-B1DC-4C7E-BC84-2E9C70A36E8A}"/>
              </a:ext>
            </a:extLst>
          </p:cNvPr>
          <p:cNvCxnSpPr>
            <a:cxnSpLocks/>
            <a:stCxn id="195" idx="0"/>
            <a:endCxn id="200" idx="2"/>
          </p:cNvCxnSpPr>
          <p:nvPr/>
        </p:nvCxnSpPr>
        <p:spPr>
          <a:xfrm flipV="1">
            <a:off x="6087407" y="4889457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C3EAB769-A19A-4C8D-9EC1-0827F2182181}"/>
              </a:ext>
            </a:extLst>
          </p:cNvPr>
          <p:cNvSpPr/>
          <p:nvPr/>
        </p:nvSpPr>
        <p:spPr>
          <a:xfrm>
            <a:off x="5525222" y="376370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84EC7D5A-1CC1-4913-BCF9-747186287957}"/>
              </a:ext>
            </a:extLst>
          </p:cNvPr>
          <p:cNvCxnSpPr>
            <a:cxnSpLocks/>
            <a:stCxn id="200" idx="0"/>
            <a:endCxn id="203" idx="2"/>
          </p:cNvCxnSpPr>
          <p:nvPr/>
        </p:nvCxnSpPr>
        <p:spPr>
          <a:xfrm flipV="1">
            <a:off x="6087407" y="4169685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>
            <a:extLst>
              <a:ext uri="{FF2B5EF4-FFF2-40B4-BE49-F238E27FC236}">
                <a16:creationId xmlns:a16="http://schemas.microsoft.com/office/drawing/2014/main" id="{07FD844F-C6E6-4119-9062-90A4A561EC15}"/>
              </a:ext>
            </a:extLst>
          </p:cNvPr>
          <p:cNvSpPr txBox="1"/>
          <p:nvPr/>
        </p:nvSpPr>
        <p:spPr>
          <a:xfrm>
            <a:off x="6161066" y="412651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0B60A452-9DF4-4B29-BE63-CC3A2088ECE4}"/>
              </a:ext>
            </a:extLst>
          </p:cNvPr>
          <p:cNvSpPr/>
          <p:nvPr/>
        </p:nvSpPr>
        <p:spPr>
          <a:xfrm>
            <a:off x="5525220" y="3145118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F2EB8D06-7616-4FBA-894A-B860DC660689}"/>
              </a:ext>
            </a:extLst>
          </p:cNvPr>
          <p:cNvCxnSpPr>
            <a:cxnSpLocks/>
            <a:stCxn id="203" idx="0"/>
            <a:endCxn id="210" idx="2"/>
          </p:cNvCxnSpPr>
          <p:nvPr/>
        </p:nvCxnSpPr>
        <p:spPr>
          <a:xfrm flipH="1" flipV="1">
            <a:off x="6087407" y="3563286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F2676AFE-80F4-455A-8DDB-865237BE3AEB}"/>
              </a:ext>
            </a:extLst>
          </p:cNvPr>
          <p:cNvSpPr/>
          <p:nvPr/>
        </p:nvSpPr>
        <p:spPr>
          <a:xfrm>
            <a:off x="5525220" y="252652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E152EB85-EB56-447B-AF50-29D6D3D6045C}"/>
              </a:ext>
            </a:extLst>
          </p:cNvPr>
          <p:cNvCxnSpPr>
            <a:cxnSpLocks/>
            <a:stCxn id="210" idx="0"/>
            <a:endCxn id="213" idx="2"/>
          </p:cNvCxnSpPr>
          <p:nvPr/>
        </p:nvCxnSpPr>
        <p:spPr>
          <a:xfrm flipV="1">
            <a:off x="6087407" y="2944695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87CFD3A6-5884-498D-BB43-20C03064B981}"/>
              </a:ext>
            </a:extLst>
          </p:cNvPr>
          <p:cNvSpPr/>
          <p:nvPr/>
        </p:nvSpPr>
        <p:spPr>
          <a:xfrm>
            <a:off x="5525220" y="181573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4BE3EAB3-83DA-4D08-BBB4-4F988F23745E}"/>
              </a:ext>
            </a:extLst>
          </p:cNvPr>
          <p:cNvCxnSpPr>
            <a:cxnSpLocks/>
            <a:stCxn id="213" idx="0"/>
            <a:endCxn id="215" idx="2"/>
          </p:cNvCxnSpPr>
          <p:nvPr/>
        </p:nvCxnSpPr>
        <p:spPr>
          <a:xfrm flipV="1">
            <a:off x="6087407" y="2221710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文本框 216">
            <a:extLst>
              <a:ext uri="{FF2B5EF4-FFF2-40B4-BE49-F238E27FC236}">
                <a16:creationId xmlns:a16="http://schemas.microsoft.com/office/drawing/2014/main" id="{2E0E23A0-0F3C-4D1D-B788-1A147D601379}"/>
              </a:ext>
            </a:extLst>
          </p:cNvPr>
          <p:cNvSpPr txBox="1"/>
          <p:nvPr/>
        </p:nvSpPr>
        <p:spPr>
          <a:xfrm>
            <a:off x="6153448" y="2180781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0F6A4ACC-3E23-451A-BEE2-516BE284310D}"/>
              </a:ext>
            </a:extLst>
          </p:cNvPr>
          <p:cNvSpPr/>
          <p:nvPr/>
        </p:nvSpPr>
        <p:spPr>
          <a:xfrm>
            <a:off x="6961370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9CDE68AE-4DCE-4BD5-9D74-613067030191}"/>
              </a:ext>
            </a:extLst>
          </p:cNvPr>
          <p:cNvCxnSpPr>
            <a:cxnSpLocks/>
            <a:stCxn id="195" idx="3"/>
            <a:endCxn id="218" idx="1"/>
          </p:cNvCxnSpPr>
          <p:nvPr/>
        </p:nvCxnSpPr>
        <p:spPr>
          <a:xfrm flipV="1">
            <a:off x="6649593" y="5286526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CD675334-BA4B-4957-B192-4D400B68F9BE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6649593" y="4680373"/>
            <a:ext cx="311777" cy="394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BC72C6ED-4690-46D4-8D47-C027A1BC4A66}"/>
              </a:ext>
            </a:extLst>
          </p:cNvPr>
          <p:cNvSpPr/>
          <p:nvPr/>
        </p:nvSpPr>
        <p:spPr>
          <a:xfrm>
            <a:off x="6961370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093C311E-418A-432A-8397-572E8BC38E65}"/>
              </a:ext>
            </a:extLst>
          </p:cNvPr>
          <p:cNvCxnSpPr>
            <a:cxnSpLocks/>
            <a:stCxn id="210" idx="3"/>
            <a:endCxn id="221" idx="1"/>
          </p:cNvCxnSpPr>
          <p:nvPr/>
        </p:nvCxnSpPr>
        <p:spPr>
          <a:xfrm flipV="1">
            <a:off x="6649593" y="3351467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18502A18-56B1-4DAA-9DFA-FB13EBF685B9}"/>
              </a:ext>
            </a:extLst>
          </p:cNvPr>
          <p:cNvCxnSpPr>
            <a:cxnSpLocks/>
            <a:stCxn id="213" idx="3"/>
          </p:cNvCxnSpPr>
          <p:nvPr/>
        </p:nvCxnSpPr>
        <p:spPr>
          <a:xfrm>
            <a:off x="6649593" y="2735611"/>
            <a:ext cx="311777" cy="4013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0B371F6A-4C2C-4AEB-A61A-178607D049D9}"/>
              </a:ext>
            </a:extLst>
          </p:cNvPr>
          <p:cNvCxnSpPr>
            <a:cxnSpLocks/>
            <a:stCxn id="225" idx="0"/>
            <a:endCxn id="226" idx="2"/>
          </p:cNvCxnSpPr>
          <p:nvPr/>
        </p:nvCxnSpPr>
        <p:spPr>
          <a:xfrm flipV="1">
            <a:off x="8741835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686A9A96-B68F-40D5-8165-B5FF607C5EFD}"/>
              </a:ext>
            </a:extLst>
          </p:cNvPr>
          <p:cNvSpPr/>
          <p:nvPr/>
        </p:nvSpPr>
        <p:spPr>
          <a:xfrm>
            <a:off x="8179648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8E3B0FFD-10B6-4A16-B0E3-4332F9288C3D}"/>
              </a:ext>
            </a:extLst>
          </p:cNvPr>
          <p:cNvSpPr/>
          <p:nvPr/>
        </p:nvSpPr>
        <p:spPr>
          <a:xfrm>
            <a:off x="8179648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D7C10F63-8192-48AE-8A67-656FE0AD6E4E}"/>
              </a:ext>
            </a:extLst>
          </p:cNvPr>
          <p:cNvSpPr txBox="1"/>
          <p:nvPr/>
        </p:nvSpPr>
        <p:spPr>
          <a:xfrm>
            <a:off x="8815492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B7445C73-A6A0-4174-A048-1C6334839FD9}"/>
              </a:ext>
            </a:extLst>
          </p:cNvPr>
          <p:cNvSpPr/>
          <p:nvPr/>
        </p:nvSpPr>
        <p:spPr>
          <a:xfrm>
            <a:off x="8179647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10A7E39D-2906-4168-A6CB-072AD86C9B43}"/>
              </a:ext>
            </a:extLst>
          </p:cNvPr>
          <p:cNvCxnSpPr>
            <a:cxnSpLocks/>
            <a:stCxn id="226" idx="0"/>
            <a:endCxn id="228" idx="2"/>
          </p:cNvCxnSpPr>
          <p:nvPr/>
        </p:nvCxnSpPr>
        <p:spPr>
          <a:xfrm flipH="1" flipV="1">
            <a:off x="8741834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E085DD0B-F283-449D-80BE-F6E449663CBA}"/>
              </a:ext>
            </a:extLst>
          </p:cNvPr>
          <p:cNvSpPr/>
          <p:nvPr/>
        </p:nvSpPr>
        <p:spPr>
          <a:xfrm>
            <a:off x="8179647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C24CCCEC-3104-449C-A4BD-84F598AE18E3}"/>
              </a:ext>
            </a:extLst>
          </p:cNvPr>
          <p:cNvCxnSpPr>
            <a:cxnSpLocks/>
            <a:stCxn id="228" idx="0"/>
            <a:endCxn id="230" idx="2"/>
          </p:cNvCxnSpPr>
          <p:nvPr/>
        </p:nvCxnSpPr>
        <p:spPr>
          <a:xfrm flipV="1">
            <a:off x="8741834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A4222427-DF7C-4E89-A7DA-84A9B0C2E362}"/>
              </a:ext>
            </a:extLst>
          </p:cNvPr>
          <p:cNvSpPr/>
          <p:nvPr/>
        </p:nvSpPr>
        <p:spPr>
          <a:xfrm>
            <a:off x="8179649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72CFBE42-7EAF-4463-921A-E75CA4AD093F}"/>
              </a:ext>
            </a:extLst>
          </p:cNvPr>
          <p:cNvCxnSpPr>
            <a:cxnSpLocks/>
            <a:stCxn id="230" idx="0"/>
            <a:endCxn id="232" idx="2"/>
          </p:cNvCxnSpPr>
          <p:nvPr/>
        </p:nvCxnSpPr>
        <p:spPr>
          <a:xfrm flipV="1">
            <a:off x="8741834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文本框 233">
            <a:extLst>
              <a:ext uri="{FF2B5EF4-FFF2-40B4-BE49-F238E27FC236}">
                <a16:creationId xmlns:a16="http://schemas.microsoft.com/office/drawing/2014/main" id="{EDBBB39B-55E1-462B-8DD4-88BEB7B04922}"/>
              </a:ext>
            </a:extLst>
          </p:cNvPr>
          <p:cNvSpPr txBox="1"/>
          <p:nvPr/>
        </p:nvSpPr>
        <p:spPr>
          <a:xfrm>
            <a:off x="8815493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91E47446-5BB4-43BC-8FC1-1447D846AAE5}"/>
              </a:ext>
            </a:extLst>
          </p:cNvPr>
          <p:cNvSpPr/>
          <p:nvPr/>
        </p:nvSpPr>
        <p:spPr>
          <a:xfrm>
            <a:off x="8179647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4B806AB2-BDB1-4AA2-8453-B35ED430B34F}"/>
              </a:ext>
            </a:extLst>
          </p:cNvPr>
          <p:cNvCxnSpPr>
            <a:cxnSpLocks/>
            <a:stCxn id="232" idx="0"/>
            <a:endCxn id="235" idx="2"/>
          </p:cNvCxnSpPr>
          <p:nvPr/>
        </p:nvCxnSpPr>
        <p:spPr>
          <a:xfrm flipH="1" flipV="1">
            <a:off x="8741834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68DE2C98-D9C3-4117-92EA-1331FE900F97}"/>
              </a:ext>
            </a:extLst>
          </p:cNvPr>
          <p:cNvSpPr/>
          <p:nvPr/>
        </p:nvSpPr>
        <p:spPr>
          <a:xfrm>
            <a:off x="8179647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582F5879-FF64-46A0-A67F-3AF89610B37E}"/>
              </a:ext>
            </a:extLst>
          </p:cNvPr>
          <p:cNvCxnSpPr>
            <a:cxnSpLocks/>
            <a:stCxn id="235" idx="0"/>
            <a:endCxn id="237" idx="2"/>
          </p:cNvCxnSpPr>
          <p:nvPr/>
        </p:nvCxnSpPr>
        <p:spPr>
          <a:xfrm flipV="1">
            <a:off x="8741834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763F6BD8-08E3-4768-9975-510E201AC84D}"/>
              </a:ext>
            </a:extLst>
          </p:cNvPr>
          <p:cNvSpPr/>
          <p:nvPr/>
        </p:nvSpPr>
        <p:spPr>
          <a:xfrm>
            <a:off x="8179647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69AC3677-2BBA-4BE0-8B7B-045909C16FDC}"/>
              </a:ext>
            </a:extLst>
          </p:cNvPr>
          <p:cNvCxnSpPr>
            <a:cxnSpLocks/>
            <a:stCxn id="237" idx="0"/>
            <a:endCxn id="239" idx="2"/>
          </p:cNvCxnSpPr>
          <p:nvPr/>
        </p:nvCxnSpPr>
        <p:spPr>
          <a:xfrm flipV="1">
            <a:off x="8741834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989FDFF6-FEC6-4EBD-B3D8-7B1268A1C51E}"/>
              </a:ext>
            </a:extLst>
          </p:cNvPr>
          <p:cNvSpPr txBox="1"/>
          <p:nvPr/>
        </p:nvSpPr>
        <p:spPr>
          <a:xfrm>
            <a:off x="8807875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DAA135D4-86BF-4114-9149-493E976BAD89}"/>
              </a:ext>
            </a:extLst>
          </p:cNvPr>
          <p:cNvCxnSpPr>
            <a:cxnSpLocks/>
            <a:stCxn id="221" idx="3"/>
            <a:endCxn id="235" idx="1"/>
          </p:cNvCxnSpPr>
          <p:nvPr/>
        </p:nvCxnSpPr>
        <p:spPr>
          <a:xfrm>
            <a:off x="7763794" y="3351467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箭头连接符 305">
            <a:extLst>
              <a:ext uri="{FF2B5EF4-FFF2-40B4-BE49-F238E27FC236}">
                <a16:creationId xmlns:a16="http://schemas.microsoft.com/office/drawing/2014/main" id="{263A2234-A12E-4724-9F4C-D9BE051D5772}"/>
              </a:ext>
            </a:extLst>
          </p:cNvPr>
          <p:cNvCxnSpPr>
            <a:cxnSpLocks/>
            <a:stCxn id="218" idx="3"/>
            <a:endCxn id="228" idx="1"/>
          </p:cNvCxnSpPr>
          <p:nvPr/>
        </p:nvCxnSpPr>
        <p:spPr>
          <a:xfrm>
            <a:off x="7763794" y="5286526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/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/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5D74B986-00A0-41B5-8635-379DE939545A}"/>
              </a:ext>
            </a:extLst>
          </p:cNvPr>
          <p:cNvSpPr/>
          <p:nvPr/>
        </p:nvSpPr>
        <p:spPr>
          <a:xfrm>
            <a:off x="9615796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直接箭头连接符 329">
            <a:extLst>
              <a:ext uri="{FF2B5EF4-FFF2-40B4-BE49-F238E27FC236}">
                <a16:creationId xmlns:a16="http://schemas.microsoft.com/office/drawing/2014/main" id="{59445FEE-8644-4606-81B3-40ACD886B35A}"/>
              </a:ext>
            </a:extLst>
          </p:cNvPr>
          <p:cNvCxnSpPr>
            <a:cxnSpLocks/>
            <a:stCxn id="228" idx="3"/>
            <a:endCxn id="329" idx="1"/>
          </p:cNvCxnSpPr>
          <p:nvPr/>
        </p:nvCxnSpPr>
        <p:spPr>
          <a:xfrm>
            <a:off x="9304020" y="5286526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箭头连接符 330">
            <a:extLst>
              <a:ext uri="{FF2B5EF4-FFF2-40B4-BE49-F238E27FC236}">
                <a16:creationId xmlns:a16="http://schemas.microsoft.com/office/drawing/2014/main" id="{C44B3F0D-A9C9-4EAC-A49C-4FF3D43BE9F9}"/>
              </a:ext>
            </a:extLst>
          </p:cNvPr>
          <p:cNvCxnSpPr>
            <a:cxnSpLocks/>
            <a:stCxn id="230" idx="3"/>
          </p:cNvCxnSpPr>
          <p:nvPr/>
        </p:nvCxnSpPr>
        <p:spPr>
          <a:xfrm>
            <a:off x="9304020" y="4677638"/>
            <a:ext cx="327828" cy="4162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矩形: 圆角 331">
            <a:extLst>
              <a:ext uri="{FF2B5EF4-FFF2-40B4-BE49-F238E27FC236}">
                <a16:creationId xmlns:a16="http://schemas.microsoft.com/office/drawing/2014/main" id="{C665C905-A462-4542-AD00-D6ECF5095FCC}"/>
              </a:ext>
            </a:extLst>
          </p:cNvPr>
          <p:cNvSpPr/>
          <p:nvPr/>
        </p:nvSpPr>
        <p:spPr>
          <a:xfrm>
            <a:off x="9615796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4D305F1A-FBE8-4792-9627-BA87AF98A39A}"/>
              </a:ext>
            </a:extLst>
          </p:cNvPr>
          <p:cNvCxnSpPr>
            <a:cxnSpLocks/>
            <a:stCxn id="235" idx="3"/>
            <a:endCxn id="332" idx="1"/>
          </p:cNvCxnSpPr>
          <p:nvPr/>
        </p:nvCxnSpPr>
        <p:spPr>
          <a:xfrm>
            <a:off x="9304020" y="3351467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157EC397-7B04-47F2-A1C2-6042D8F18C69}"/>
              </a:ext>
            </a:extLst>
          </p:cNvPr>
          <p:cNvCxnSpPr>
            <a:cxnSpLocks/>
            <a:stCxn id="237" idx="3"/>
          </p:cNvCxnSpPr>
          <p:nvPr/>
        </p:nvCxnSpPr>
        <p:spPr>
          <a:xfrm>
            <a:off x="9304020" y="2732876"/>
            <a:ext cx="327828" cy="3998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EACB86D3-08DC-4D7F-8ADB-AD0CBB036631}"/>
              </a:ext>
            </a:extLst>
          </p:cNvPr>
          <p:cNvCxnSpPr>
            <a:cxnSpLocks/>
            <a:stCxn id="336" idx="0"/>
            <a:endCxn id="337" idx="2"/>
          </p:cNvCxnSpPr>
          <p:nvPr/>
        </p:nvCxnSpPr>
        <p:spPr>
          <a:xfrm flipV="1">
            <a:off x="11354481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4F13FBC8-385B-413C-B7DA-EB0D5830EE5C}"/>
              </a:ext>
            </a:extLst>
          </p:cNvPr>
          <p:cNvSpPr/>
          <p:nvPr/>
        </p:nvSpPr>
        <p:spPr>
          <a:xfrm>
            <a:off x="10792294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E46C2BF5-2288-4F78-AC9A-22904673054E}"/>
              </a:ext>
            </a:extLst>
          </p:cNvPr>
          <p:cNvSpPr/>
          <p:nvPr/>
        </p:nvSpPr>
        <p:spPr>
          <a:xfrm>
            <a:off x="10792294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426ACC76-A9FC-4D03-AFA0-C72EA7A58AA7}"/>
              </a:ext>
            </a:extLst>
          </p:cNvPr>
          <p:cNvSpPr txBox="1"/>
          <p:nvPr/>
        </p:nvSpPr>
        <p:spPr>
          <a:xfrm>
            <a:off x="11428138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BE82A6FC-14CD-4D64-B744-E7AC3FB82336}"/>
              </a:ext>
            </a:extLst>
          </p:cNvPr>
          <p:cNvSpPr/>
          <p:nvPr/>
        </p:nvSpPr>
        <p:spPr>
          <a:xfrm>
            <a:off x="10792293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0" name="直接箭头连接符 339">
            <a:extLst>
              <a:ext uri="{FF2B5EF4-FFF2-40B4-BE49-F238E27FC236}">
                <a16:creationId xmlns:a16="http://schemas.microsoft.com/office/drawing/2014/main" id="{DE848A94-0F95-4CC6-A2C2-9330CCA0B624}"/>
              </a:ext>
            </a:extLst>
          </p:cNvPr>
          <p:cNvCxnSpPr>
            <a:cxnSpLocks/>
            <a:stCxn id="337" idx="0"/>
            <a:endCxn id="339" idx="2"/>
          </p:cNvCxnSpPr>
          <p:nvPr/>
        </p:nvCxnSpPr>
        <p:spPr>
          <a:xfrm flipH="1" flipV="1">
            <a:off x="11354480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矩形: 圆角 340">
            <a:extLst>
              <a:ext uri="{FF2B5EF4-FFF2-40B4-BE49-F238E27FC236}">
                <a16:creationId xmlns:a16="http://schemas.microsoft.com/office/drawing/2014/main" id="{E1224239-9395-484A-9B81-8C667CF29DCE}"/>
              </a:ext>
            </a:extLst>
          </p:cNvPr>
          <p:cNvSpPr/>
          <p:nvPr/>
        </p:nvSpPr>
        <p:spPr>
          <a:xfrm>
            <a:off x="10792293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2" name="直接箭头连接符 341">
            <a:extLst>
              <a:ext uri="{FF2B5EF4-FFF2-40B4-BE49-F238E27FC236}">
                <a16:creationId xmlns:a16="http://schemas.microsoft.com/office/drawing/2014/main" id="{40FD8126-0450-4323-8651-ED792A4A8AC3}"/>
              </a:ext>
            </a:extLst>
          </p:cNvPr>
          <p:cNvCxnSpPr>
            <a:cxnSpLocks/>
            <a:stCxn id="339" idx="0"/>
            <a:endCxn id="341" idx="2"/>
          </p:cNvCxnSpPr>
          <p:nvPr/>
        </p:nvCxnSpPr>
        <p:spPr>
          <a:xfrm flipV="1">
            <a:off x="11354480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矩形: 圆角 342">
            <a:extLst>
              <a:ext uri="{FF2B5EF4-FFF2-40B4-BE49-F238E27FC236}">
                <a16:creationId xmlns:a16="http://schemas.microsoft.com/office/drawing/2014/main" id="{4D368192-164F-46C0-9E3F-25C6D3E1C4F9}"/>
              </a:ext>
            </a:extLst>
          </p:cNvPr>
          <p:cNvSpPr/>
          <p:nvPr/>
        </p:nvSpPr>
        <p:spPr>
          <a:xfrm>
            <a:off x="10792295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4" name="直接箭头连接符 343">
            <a:extLst>
              <a:ext uri="{FF2B5EF4-FFF2-40B4-BE49-F238E27FC236}">
                <a16:creationId xmlns:a16="http://schemas.microsoft.com/office/drawing/2014/main" id="{BE821C49-C982-4292-BBF0-CA6D3BD6F778}"/>
              </a:ext>
            </a:extLst>
          </p:cNvPr>
          <p:cNvCxnSpPr>
            <a:cxnSpLocks/>
            <a:stCxn id="341" idx="0"/>
            <a:endCxn id="343" idx="2"/>
          </p:cNvCxnSpPr>
          <p:nvPr/>
        </p:nvCxnSpPr>
        <p:spPr>
          <a:xfrm flipV="1">
            <a:off x="11354480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文本框 344">
            <a:extLst>
              <a:ext uri="{FF2B5EF4-FFF2-40B4-BE49-F238E27FC236}">
                <a16:creationId xmlns:a16="http://schemas.microsoft.com/office/drawing/2014/main" id="{B2B9CB58-AE04-4263-AE1B-9A00F2B22419}"/>
              </a:ext>
            </a:extLst>
          </p:cNvPr>
          <p:cNvSpPr txBox="1"/>
          <p:nvPr/>
        </p:nvSpPr>
        <p:spPr>
          <a:xfrm>
            <a:off x="11428139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矩形: 圆角 345">
            <a:extLst>
              <a:ext uri="{FF2B5EF4-FFF2-40B4-BE49-F238E27FC236}">
                <a16:creationId xmlns:a16="http://schemas.microsoft.com/office/drawing/2014/main" id="{541164E9-B791-4EBA-9D17-E0A8F6E1F517}"/>
              </a:ext>
            </a:extLst>
          </p:cNvPr>
          <p:cNvSpPr/>
          <p:nvPr/>
        </p:nvSpPr>
        <p:spPr>
          <a:xfrm>
            <a:off x="10792293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7" name="直接箭头连接符 346">
            <a:extLst>
              <a:ext uri="{FF2B5EF4-FFF2-40B4-BE49-F238E27FC236}">
                <a16:creationId xmlns:a16="http://schemas.microsoft.com/office/drawing/2014/main" id="{D3C3A193-03DD-4239-B047-107A5EF2BB63}"/>
              </a:ext>
            </a:extLst>
          </p:cNvPr>
          <p:cNvCxnSpPr>
            <a:cxnSpLocks/>
            <a:stCxn id="343" idx="0"/>
            <a:endCxn id="346" idx="2"/>
          </p:cNvCxnSpPr>
          <p:nvPr/>
        </p:nvCxnSpPr>
        <p:spPr>
          <a:xfrm flipH="1" flipV="1">
            <a:off x="11354480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矩形: 圆角 347">
            <a:extLst>
              <a:ext uri="{FF2B5EF4-FFF2-40B4-BE49-F238E27FC236}">
                <a16:creationId xmlns:a16="http://schemas.microsoft.com/office/drawing/2014/main" id="{AD032642-FFC2-48B0-8BB0-AAA44FAA9EC1}"/>
              </a:ext>
            </a:extLst>
          </p:cNvPr>
          <p:cNvSpPr/>
          <p:nvPr/>
        </p:nvSpPr>
        <p:spPr>
          <a:xfrm>
            <a:off x="10792293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378094C6-8AA6-4BAD-9747-792CEF48AB7E}"/>
              </a:ext>
            </a:extLst>
          </p:cNvPr>
          <p:cNvCxnSpPr>
            <a:cxnSpLocks/>
            <a:stCxn id="346" idx="0"/>
            <a:endCxn id="348" idx="2"/>
          </p:cNvCxnSpPr>
          <p:nvPr/>
        </p:nvCxnSpPr>
        <p:spPr>
          <a:xfrm flipV="1">
            <a:off x="11354480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A3F436DB-32FF-41BA-A8B7-90D4253FCC7A}"/>
              </a:ext>
            </a:extLst>
          </p:cNvPr>
          <p:cNvSpPr/>
          <p:nvPr/>
        </p:nvSpPr>
        <p:spPr>
          <a:xfrm>
            <a:off x="10792293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8001936A-1122-49CF-BD4F-091F4E1AA707}"/>
              </a:ext>
            </a:extLst>
          </p:cNvPr>
          <p:cNvCxnSpPr>
            <a:cxnSpLocks/>
            <a:stCxn id="348" idx="0"/>
            <a:endCxn id="350" idx="2"/>
          </p:cNvCxnSpPr>
          <p:nvPr/>
        </p:nvCxnSpPr>
        <p:spPr>
          <a:xfrm flipV="1">
            <a:off x="11354480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文本框 351">
            <a:extLst>
              <a:ext uri="{FF2B5EF4-FFF2-40B4-BE49-F238E27FC236}">
                <a16:creationId xmlns:a16="http://schemas.microsoft.com/office/drawing/2014/main" id="{239C4F78-2AD3-4AE1-A133-30CD38D6D684}"/>
              </a:ext>
            </a:extLst>
          </p:cNvPr>
          <p:cNvSpPr txBox="1"/>
          <p:nvPr/>
        </p:nvSpPr>
        <p:spPr>
          <a:xfrm>
            <a:off x="11420521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3" name="直接箭头连接符 352">
            <a:extLst>
              <a:ext uri="{FF2B5EF4-FFF2-40B4-BE49-F238E27FC236}">
                <a16:creationId xmlns:a16="http://schemas.microsoft.com/office/drawing/2014/main" id="{343B42D1-78DF-4253-8270-5DD0FC8A66C9}"/>
              </a:ext>
            </a:extLst>
          </p:cNvPr>
          <p:cNvCxnSpPr>
            <a:cxnSpLocks/>
            <a:stCxn id="332" idx="3"/>
            <a:endCxn id="346" idx="1"/>
          </p:cNvCxnSpPr>
          <p:nvPr/>
        </p:nvCxnSpPr>
        <p:spPr>
          <a:xfrm>
            <a:off x="10418220" y="3351467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0D028981-0E6B-4F35-BEF7-554ED2BF1532}"/>
              </a:ext>
            </a:extLst>
          </p:cNvPr>
          <p:cNvCxnSpPr>
            <a:cxnSpLocks/>
            <a:stCxn id="329" idx="3"/>
            <a:endCxn id="339" idx="1"/>
          </p:cNvCxnSpPr>
          <p:nvPr/>
        </p:nvCxnSpPr>
        <p:spPr>
          <a:xfrm>
            <a:off x="10418220" y="5286526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/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/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7" name="连接符: 肘形 356">
            <a:extLst>
              <a:ext uri="{FF2B5EF4-FFF2-40B4-BE49-F238E27FC236}">
                <a16:creationId xmlns:a16="http://schemas.microsoft.com/office/drawing/2014/main" id="{83D284C5-9E2E-4747-8A71-786934742B6D}"/>
              </a:ext>
            </a:extLst>
          </p:cNvPr>
          <p:cNvCxnSpPr>
            <a:cxnSpLocks/>
            <a:stCxn id="350" idx="0"/>
            <a:endCxn id="358" idx="2"/>
          </p:cNvCxnSpPr>
          <p:nvPr/>
        </p:nvCxnSpPr>
        <p:spPr>
          <a:xfrm rot="16200000" flipV="1">
            <a:off x="9870414" y="328933"/>
            <a:ext cx="355484" cy="26126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8" name="对象 357">
            <a:extLst>
              <a:ext uri="{FF2B5EF4-FFF2-40B4-BE49-F238E27FC236}">
                <a16:creationId xmlns:a16="http://schemas.microsoft.com/office/drawing/2014/main" id="{36D79B5E-F522-41B1-A13E-55D19D189D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15884" y="989013"/>
          <a:ext cx="4508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4" name="Equation" r:id="rId8" imgW="164880" imgH="164880" progId="Equation.DSMT4">
                  <p:embed/>
                </p:oleObj>
              </mc:Choice>
              <mc:Fallback>
                <p:oleObj name="Equation" r:id="rId8" imgW="164880" imgH="164880" progId="Equation.DSMT4">
                  <p:embed/>
                  <p:pic>
                    <p:nvPicPr>
                      <p:cNvPr id="358" name="对象 357">
                        <a:extLst>
                          <a:ext uri="{FF2B5EF4-FFF2-40B4-BE49-F238E27FC236}">
                            <a16:creationId xmlns:a16="http://schemas.microsoft.com/office/drawing/2014/main" id="{36D79B5E-F522-41B1-A13E-55D19D189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15884" y="989013"/>
                        <a:ext cx="450850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4EE02407-496B-44E8-A679-C0DF3DDD8987}"/>
              </a:ext>
            </a:extLst>
          </p:cNvPr>
          <p:cNvCxnSpPr>
            <a:cxnSpLocks/>
            <a:stCxn id="215" idx="0"/>
            <a:endCxn id="358" idx="2"/>
          </p:cNvCxnSpPr>
          <p:nvPr/>
        </p:nvCxnSpPr>
        <p:spPr>
          <a:xfrm rot="5400000" flipH="1" flipV="1">
            <a:off x="7235510" y="309413"/>
            <a:ext cx="358219" cy="26544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连接符: 肘形 359">
            <a:extLst>
              <a:ext uri="{FF2B5EF4-FFF2-40B4-BE49-F238E27FC236}">
                <a16:creationId xmlns:a16="http://schemas.microsoft.com/office/drawing/2014/main" id="{590C02DA-AEC2-45E1-90CB-5786737813D1}"/>
              </a:ext>
            </a:extLst>
          </p:cNvPr>
          <p:cNvCxnSpPr>
            <a:cxnSpLocks/>
            <a:stCxn id="239" idx="0"/>
            <a:endCxn id="358" idx="2"/>
          </p:cNvCxnSpPr>
          <p:nvPr/>
        </p:nvCxnSpPr>
        <p:spPr>
          <a:xfrm rot="16200000" flipV="1">
            <a:off x="8564091" y="1635256"/>
            <a:ext cx="355484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/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mean</m:t>
                      </m:r>
                    </m:oMath>
                  </m:oMathPara>
                </a14:m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031D0363-6508-4A7E-B592-C6FC732C9ECC}"/>
                  </a:ext>
                </a:extLst>
              </p:cNvPr>
              <p:cNvSpPr txBox="1"/>
              <p:nvPr/>
            </p:nvSpPr>
            <p:spPr>
              <a:xfrm>
                <a:off x="-4044" y="1861795"/>
                <a:ext cx="53405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/>
                  <a:t>泄露累积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sz="2000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000" i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3" name="文本框 242">
                <a:extLst>
                  <a:ext uri="{FF2B5EF4-FFF2-40B4-BE49-F238E27FC236}">
                    <a16:creationId xmlns:a16="http://schemas.microsoft.com/office/drawing/2014/main" id="{031D0363-6508-4A7E-B592-C6FC732C9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4" y="1861795"/>
                <a:ext cx="5340571" cy="400110"/>
              </a:xfrm>
              <a:prstGeom prst="rect">
                <a:avLst/>
              </a:prstGeom>
              <a:blipFill>
                <a:blip r:embed="rId11"/>
                <a:stretch>
                  <a:fillRect l="-1142" t="-9091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9FAED4A3-736E-4E92-BA3C-813388C80AC1}"/>
                  </a:ext>
                </a:extLst>
              </p:cNvPr>
              <p:cNvSpPr txBox="1"/>
              <p:nvPr/>
            </p:nvSpPr>
            <p:spPr>
              <a:xfrm>
                <a:off x="33432" y="2331605"/>
                <a:ext cx="4160945" cy="40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放电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9FAED4A3-736E-4E92-BA3C-813388C80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2" y="2331605"/>
                <a:ext cx="4160945" cy="401970"/>
              </a:xfrm>
              <a:prstGeom prst="rect">
                <a:avLst/>
              </a:prstGeom>
              <a:blipFill>
                <a:blip r:embed="rId1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7F021AB6-3A36-4FA2-BF9F-E9128264DC97}"/>
                  </a:ext>
                </a:extLst>
              </p:cNvPr>
              <p:cNvSpPr txBox="1"/>
              <p:nvPr/>
            </p:nvSpPr>
            <p:spPr>
              <a:xfrm>
                <a:off x="521798" y="2822276"/>
                <a:ext cx="4997405" cy="401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更新：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zh-CN" altLang="zh-CN" sz="2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000" kern="100" dirty="0">
                    <a:effectLst/>
                    <a:latin typeface="等线" panose="02010600030101010101" pitchFamily="2" charset="-122"/>
                    <a:ea typeface="MS Gothic" panose="020B0609070205080204" pitchFamily="49" charset="-128"/>
                    <a:cs typeface="MS Gothic" panose="020B0609070205080204" pitchFamily="49" charset="-128"/>
                  </a:rPr>
                  <a:t>​</a:t>
                </a:r>
                <a14:m>
                  <m:oMath xmlns:m="http://schemas.openxmlformats.org/officeDocument/2006/math">
                    <m:r>
                      <a:rPr lang="zh-CN" altLang="zh-CN" sz="2000" i="1" kern="100"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⋅</m:t>
                    </m:r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S Gothic" panose="020B0609070205080204" pitchFamily="49" charset="-128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MS Gothic" panose="020B0609070205080204" pitchFamily="49" charset="-128"/>
                          </a:rPr>
                          <m:t>𝑉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MS Gothic" panose="020B0609070205080204" pitchFamily="49" charset="-128"/>
                          </a:rPr>
                          <m:t>𝑟𝑒𝑠𝑒𝑡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 </m:t>
                    </m:r>
                  </m:oMath>
                </a14:m>
                <a:r>
                  <a:rPr lang="en-US" altLang="zh-CN" sz="20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7F021AB6-3A36-4FA2-BF9F-E9128264D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98" y="2822276"/>
                <a:ext cx="4997405" cy="401457"/>
              </a:xfrm>
              <a:prstGeom prst="rect">
                <a:avLst/>
              </a:prstGeom>
              <a:blipFill>
                <a:blip r:embed="rId13"/>
                <a:stretch>
                  <a:fillRect l="-733" t="-13636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文本框 246">
            <a:extLst>
              <a:ext uri="{FF2B5EF4-FFF2-40B4-BE49-F238E27FC236}">
                <a16:creationId xmlns:a16="http://schemas.microsoft.com/office/drawing/2014/main" id="{14538BB4-EDC2-4D80-B8A9-B0740D5B913E}"/>
              </a:ext>
            </a:extLst>
          </p:cNvPr>
          <p:cNvSpPr txBox="1"/>
          <p:nvPr/>
        </p:nvSpPr>
        <p:spPr>
          <a:xfrm>
            <a:off x="-4044" y="1226810"/>
            <a:ext cx="5109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31F20"/>
                </a:solidFill>
                <a:effectLst/>
                <a:latin typeface="FZSSK--GBK1-0"/>
              </a:rPr>
              <a:t>用相同的方法，沿时间步展开</a:t>
            </a:r>
            <a:r>
              <a:rPr lang="en-US" altLang="zh-CN" sz="2400" b="1" dirty="0">
                <a:solidFill>
                  <a:srgbClr val="231F20"/>
                </a:solidFill>
                <a:effectLst/>
                <a:latin typeface="FZSSK--GBK1-0"/>
              </a:rPr>
              <a:t>SNN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84444FEB-EB99-4652-8CD8-0417A8A73263}"/>
              </a:ext>
            </a:extLst>
          </p:cNvPr>
          <p:cNvCxnSpPr>
            <a:cxnSpLocks/>
          </p:cNvCxnSpPr>
          <p:nvPr/>
        </p:nvCxnSpPr>
        <p:spPr>
          <a:xfrm>
            <a:off x="8946512" y="1211908"/>
            <a:ext cx="8166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9" name="对象 248">
            <a:extLst>
              <a:ext uri="{FF2B5EF4-FFF2-40B4-BE49-F238E27FC236}">
                <a16:creationId xmlns:a16="http://schemas.microsoft.com/office/drawing/2014/main" id="{3DE0C9F2-A054-437F-910D-15BC2AFAE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5823" y="974594"/>
          <a:ext cx="416131" cy="48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5" name="Equation" r:id="rId14" imgW="152280" imgH="177480" progId="Equation.DSMT4">
                  <p:embed/>
                </p:oleObj>
              </mc:Choice>
              <mc:Fallback>
                <p:oleObj name="Equation" r:id="rId14" imgW="152280" imgH="177480" progId="Equation.DSMT4">
                  <p:embed/>
                  <p:pic>
                    <p:nvPicPr>
                      <p:cNvPr id="249" name="对象 248">
                        <a:extLst>
                          <a:ext uri="{FF2B5EF4-FFF2-40B4-BE49-F238E27FC236}">
                            <a16:creationId xmlns:a16="http://schemas.microsoft.com/office/drawing/2014/main" id="{3DE0C9F2-A054-437F-910D-15BC2AFAEE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25823" y="974594"/>
                        <a:ext cx="416131" cy="485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" name="文本框 249">
            <a:extLst>
              <a:ext uri="{FF2B5EF4-FFF2-40B4-BE49-F238E27FC236}">
                <a16:creationId xmlns:a16="http://schemas.microsoft.com/office/drawing/2014/main" id="{52A8CE9F-6FAF-4E0D-817C-4DB1047CE253}"/>
              </a:ext>
            </a:extLst>
          </p:cNvPr>
          <p:cNvSpPr txBox="1"/>
          <p:nvPr/>
        </p:nvSpPr>
        <p:spPr>
          <a:xfrm>
            <a:off x="195992" y="6062167"/>
            <a:ext cx="1124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求：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7A6A19-E3C8-42F1-826B-D805F5489A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93578" y="5938842"/>
            <a:ext cx="565179" cy="6159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7778B3-2092-4099-B77E-13713C2B51B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293" y="5900283"/>
            <a:ext cx="552478" cy="6032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A62D8D1-1C3E-4958-9359-8FE0383FFB1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60137" y="5948955"/>
            <a:ext cx="552478" cy="56517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C939F41-ACA2-4508-9091-A40E1BDEF0C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535" y="3465819"/>
            <a:ext cx="2670626" cy="216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62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694990BA-5164-410C-8B72-F8A85C99666A}"/>
              </a:ext>
            </a:extLst>
          </p:cNvPr>
          <p:cNvCxnSpPr>
            <a:cxnSpLocks/>
            <a:stCxn id="191" idx="0"/>
            <a:endCxn id="193" idx="2"/>
          </p:cNvCxnSpPr>
          <p:nvPr/>
        </p:nvCxnSpPr>
        <p:spPr>
          <a:xfrm flipV="1">
            <a:off x="6087408" y="6106006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B011620E-3D34-41D8-A92B-DC6F7393283A}"/>
              </a:ext>
            </a:extLst>
          </p:cNvPr>
          <p:cNvSpPr/>
          <p:nvPr/>
        </p:nvSpPr>
        <p:spPr>
          <a:xfrm>
            <a:off x="5525221" y="6410823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C09888B9-F53A-4723-B3C2-0D2F23F6FFD8}"/>
              </a:ext>
            </a:extLst>
          </p:cNvPr>
          <p:cNvSpPr/>
          <p:nvPr/>
        </p:nvSpPr>
        <p:spPr>
          <a:xfrm>
            <a:off x="5525221" y="5700030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E24DFB34-F89B-4BB8-8015-B91F7F67C3AF}"/>
              </a:ext>
            </a:extLst>
          </p:cNvPr>
          <p:cNvSpPr txBox="1"/>
          <p:nvPr/>
        </p:nvSpPr>
        <p:spPr>
          <a:xfrm>
            <a:off x="6161065" y="60669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E0596FF2-3FEC-457C-86FA-6440AEA2358A}"/>
              </a:ext>
            </a:extLst>
          </p:cNvPr>
          <p:cNvSpPr/>
          <p:nvPr/>
        </p:nvSpPr>
        <p:spPr>
          <a:xfrm>
            <a:off x="5525220" y="508017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51F4800A-DDAC-4273-B2EC-727E73FBABB0}"/>
              </a:ext>
            </a:extLst>
          </p:cNvPr>
          <p:cNvCxnSpPr>
            <a:cxnSpLocks/>
            <a:stCxn id="193" idx="0"/>
            <a:endCxn id="195" idx="2"/>
          </p:cNvCxnSpPr>
          <p:nvPr/>
        </p:nvCxnSpPr>
        <p:spPr>
          <a:xfrm flipH="1" flipV="1">
            <a:off x="6087407" y="5498345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DFC1C0A6-9F29-4DF1-BC42-F31C23935104}"/>
              </a:ext>
            </a:extLst>
          </p:cNvPr>
          <p:cNvSpPr/>
          <p:nvPr/>
        </p:nvSpPr>
        <p:spPr>
          <a:xfrm>
            <a:off x="5525220" y="4471289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25583170-B1DC-4C7E-BC84-2E9C70A36E8A}"/>
              </a:ext>
            </a:extLst>
          </p:cNvPr>
          <p:cNvCxnSpPr>
            <a:cxnSpLocks/>
            <a:stCxn id="195" idx="0"/>
            <a:endCxn id="200" idx="2"/>
          </p:cNvCxnSpPr>
          <p:nvPr/>
        </p:nvCxnSpPr>
        <p:spPr>
          <a:xfrm flipV="1">
            <a:off x="6087407" y="4889457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C3EAB769-A19A-4C8D-9EC1-0827F2182181}"/>
              </a:ext>
            </a:extLst>
          </p:cNvPr>
          <p:cNvSpPr/>
          <p:nvPr/>
        </p:nvSpPr>
        <p:spPr>
          <a:xfrm>
            <a:off x="5525222" y="376370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84EC7D5A-1CC1-4913-BCF9-747186287957}"/>
              </a:ext>
            </a:extLst>
          </p:cNvPr>
          <p:cNvCxnSpPr>
            <a:cxnSpLocks/>
            <a:stCxn id="200" idx="0"/>
            <a:endCxn id="203" idx="2"/>
          </p:cNvCxnSpPr>
          <p:nvPr/>
        </p:nvCxnSpPr>
        <p:spPr>
          <a:xfrm flipV="1">
            <a:off x="6087407" y="4169685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>
            <a:extLst>
              <a:ext uri="{FF2B5EF4-FFF2-40B4-BE49-F238E27FC236}">
                <a16:creationId xmlns:a16="http://schemas.microsoft.com/office/drawing/2014/main" id="{07FD844F-C6E6-4119-9062-90A4A561EC15}"/>
              </a:ext>
            </a:extLst>
          </p:cNvPr>
          <p:cNvSpPr txBox="1"/>
          <p:nvPr/>
        </p:nvSpPr>
        <p:spPr>
          <a:xfrm>
            <a:off x="6161066" y="412651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0B60A452-9DF4-4B29-BE63-CC3A2088ECE4}"/>
              </a:ext>
            </a:extLst>
          </p:cNvPr>
          <p:cNvSpPr/>
          <p:nvPr/>
        </p:nvSpPr>
        <p:spPr>
          <a:xfrm>
            <a:off x="5525220" y="3145118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F2EB8D06-7616-4FBA-894A-B860DC660689}"/>
              </a:ext>
            </a:extLst>
          </p:cNvPr>
          <p:cNvCxnSpPr>
            <a:cxnSpLocks/>
            <a:stCxn id="203" idx="0"/>
            <a:endCxn id="210" idx="2"/>
          </p:cNvCxnSpPr>
          <p:nvPr/>
        </p:nvCxnSpPr>
        <p:spPr>
          <a:xfrm flipH="1" flipV="1">
            <a:off x="6087407" y="3563286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F2676AFE-80F4-455A-8DDB-865237BE3AEB}"/>
              </a:ext>
            </a:extLst>
          </p:cNvPr>
          <p:cNvSpPr/>
          <p:nvPr/>
        </p:nvSpPr>
        <p:spPr>
          <a:xfrm>
            <a:off x="5525220" y="252652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E152EB85-EB56-447B-AF50-29D6D3D6045C}"/>
              </a:ext>
            </a:extLst>
          </p:cNvPr>
          <p:cNvCxnSpPr>
            <a:cxnSpLocks/>
            <a:stCxn id="210" idx="0"/>
            <a:endCxn id="213" idx="2"/>
          </p:cNvCxnSpPr>
          <p:nvPr/>
        </p:nvCxnSpPr>
        <p:spPr>
          <a:xfrm flipV="1">
            <a:off x="6087407" y="2944695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87CFD3A6-5884-498D-BB43-20C03064B981}"/>
              </a:ext>
            </a:extLst>
          </p:cNvPr>
          <p:cNvSpPr/>
          <p:nvPr/>
        </p:nvSpPr>
        <p:spPr>
          <a:xfrm>
            <a:off x="5525220" y="181573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4BE3EAB3-83DA-4D08-BBB4-4F988F23745E}"/>
              </a:ext>
            </a:extLst>
          </p:cNvPr>
          <p:cNvCxnSpPr>
            <a:cxnSpLocks/>
            <a:stCxn id="213" idx="0"/>
            <a:endCxn id="215" idx="2"/>
          </p:cNvCxnSpPr>
          <p:nvPr/>
        </p:nvCxnSpPr>
        <p:spPr>
          <a:xfrm flipV="1">
            <a:off x="6087407" y="2221710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文本框 216">
            <a:extLst>
              <a:ext uri="{FF2B5EF4-FFF2-40B4-BE49-F238E27FC236}">
                <a16:creationId xmlns:a16="http://schemas.microsoft.com/office/drawing/2014/main" id="{2E0E23A0-0F3C-4D1D-B788-1A147D601379}"/>
              </a:ext>
            </a:extLst>
          </p:cNvPr>
          <p:cNvSpPr txBox="1"/>
          <p:nvPr/>
        </p:nvSpPr>
        <p:spPr>
          <a:xfrm>
            <a:off x="6153448" y="2180781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0F6A4ACC-3E23-451A-BEE2-516BE284310D}"/>
              </a:ext>
            </a:extLst>
          </p:cNvPr>
          <p:cNvSpPr/>
          <p:nvPr/>
        </p:nvSpPr>
        <p:spPr>
          <a:xfrm>
            <a:off x="6961370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9CDE68AE-4DCE-4BD5-9D74-613067030191}"/>
              </a:ext>
            </a:extLst>
          </p:cNvPr>
          <p:cNvCxnSpPr>
            <a:cxnSpLocks/>
            <a:stCxn id="195" idx="3"/>
            <a:endCxn id="218" idx="1"/>
          </p:cNvCxnSpPr>
          <p:nvPr/>
        </p:nvCxnSpPr>
        <p:spPr>
          <a:xfrm flipV="1">
            <a:off x="6649593" y="5286526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CD675334-BA4B-4957-B192-4D400B68F9BE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6649593" y="4680373"/>
            <a:ext cx="311777" cy="394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BC72C6ED-4690-46D4-8D47-C027A1BC4A66}"/>
              </a:ext>
            </a:extLst>
          </p:cNvPr>
          <p:cNvSpPr/>
          <p:nvPr/>
        </p:nvSpPr>
        <p:spPr>
          <a:xfrm>
            <a:off x="6961370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093C311E-418A-432A-8397-572E8BC38E65}"/>
              </a:ext>
            </a:extLst>
          </p:cNvPr>
          <p:cNvCxnSpPr>
            <a:cxnSpLocks/>
            <a:stCxn id="210" idx="3"/>
            <a:endCxn id="221" idx="1"/>
          </p:cNvCxnSpPr>
          <p:nvPr/>
        </p:nvCxnSpPr>
        <p:spPr>
          <a:xfrm flipV="1">
            <a:off x="6649593" y="3351467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18502A18-56B1-4DAA-9DFA-FB13EBF685B9}"/>
              </a:ext>
            </a:extLst>
          </p:cNvPr>
          <p:cNvCxnSpPr>
            <a:cxnSpLocks/>
            <a:stCxn id="213" idx="3"/>
          </p:cNvCxnSpPr>
          <p:nvPr/>
        </p:nvCxnSpPr>
        <p:spPr>
          <a:xfrm>
            <a:off x="6649593" y="2735611"/>
            <a:ext cx="311777" cy="4013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0B371F6A-4C2C-4AEB-A61A-178607D049D9}"/>
              </a:ext>
            </a:extLst>
          </p:cNvPr>
          <p:cNvCxnSpPr>
            <a:cxnSpLocks/>
            <a:stCxn id="225" idx="0"/>
            <a:endCxn id="226" idx="2"/>
          </p:cNvCxnSpPr>
          <p:nvPr/>
        </p:nvCxnSpPr>
        <p:spPr>
          <a:xfrm flipV="1">
            <a:off x="8741835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686A9A96-B68F-40D5-8165-B5FF607C5EFD}"/>
              </a:ext>
            </a:extLst>
          </p:cNvPr>
          <p:cNvSpPr/>
          <p:nvPr/>
        </p:nvSpPr>
        <p:spPr>
          <a:xfrm>
            <a:off x="8179648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8E3B0FFD-10B6-4A16-B0E3-4332F9288C3D}"/>
              </a:ext>
            </a:extLst>
          </p:cNvPr>
          <p:cNvSpPr/>
          <p:nvPr/>
        </p:nvSpPr>
        <p:spPr>
          <a:xfrm>
            <a:off x="8179648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D7C10F63-8192-48AE-8A67-656FE0AD6E4E}"/>
              </a:ext>
            </a:extLst>
          </p:cNvPr>
          <p:cNvSpPr txBox="1"/>
          <p:nvPr/>
        </p:nvSpPr>
        <p:spPr>
          <a:xfrm>
            <a:off x="8815492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B7445C73-A6A0-4174-A048-1C6334839FD9}"/>
              </a:ext>
            </a:extLst>
          </p:cNvPr>
          <p:cNvSpPr/>
          <p:nvPr/>
        </p:nvSpPr>
        <p:spPr>
          <a:xfrm>
            <a:off x="8179647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10A7E39D-2906-4168-A6CB-072AD86C9B43}"/>
              </a:ext>
            </a:extLst>
          </p:cNvPr>
          <p:cNvCxnSpPr>
            <a:cxnSpLocks/>
            <a:stCxn id="226" idx="0"/>
            <a:endCxn id="228" idx="2"/>
          </p:cNvCxnSpPr>
          <p:nvPr/>
        </p:nvCxnSpPr>
        <p:spPr>
          <a:xfrm flipH="1" flipV="1">
            <a:off x="8741834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E085DD0B-F283-449D-80BE-F6E449663CBA}"/>
              </a:ext>
            </a:extLst>
          </p:cNvPr>
          <p:cNvSpPr/>
          <p:nvPr/>
        </p:nvSpPr>
        <p:spPr>
          <a:xfrm>
            <a:off x="8179647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C24CCCEC-3104-449C-A4BD-84F598AE18E3}"/>
              </a:ext>
            </a:extLst>
          </p:cNvPr>
          <p:cNvCxnSpPr>
            <a:cxnSpLocks/>
            <a:stCxn id="228" idx="0"/>
            <a:endCxn id="230" idx="2"/>
          </p:cNvCxnSpPr>
          <p:nvPr/>
        </p:nvCxnSpPr>
        <p:spPr>
          <a:xfrm flipV="1">
            <a:off x="8741834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A4222427-DF7C-4E89-A7DA-84A9B0C2E362}"/>
              </a:ext>
            </a:extLst>
          </p:cNvPr>
          <p:cNvSpPr/>
          <p:nvPr/>
        </p:nvSpPr>
        <p:spPr>
          <a:xfrm>
            <a:off x="8179649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72CFBE42-7EAF-4463-921A-E75CA4AD093F}"/>
              </a:ext>
            </a:extLst>
          </p:cNvPr>
          <p:cNvCxnSpPr>
            <a:cxnSpLocks/>
            <a:stCxn id="230" idx="0"/>
            <a:endCxn id="232" idx="2"/>
          </p:cNvCxnSpPr>
          <p:nvPr/>
        </p:nvCxnSpPr>
        <p:spPr>
          <a:xfrm flipV="1">
            <a:off x="8741834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文本框 233">
            <a:extLst>
              <a:ext uri="{FF2B5EF4-FFF2-40B4-BE49-F238E27FC236}">
                <a16:creationId xmlns:a16="http://schemas.microsoft.com/office/drawing/2014/main" id="{EDBBB39B-55E1-462B-8DD4-88BEB7B04922}"/>
              </a:ext>
            </a:extLst>
          </p:cNvPr>
          <p:cNvSpPr txBox="1"/>
          <p:nvPr/>
        </p:nvSpPr>
        <p:spPr>
          <a:xfrm>
            <a:off x="8815493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91E47446-5BB4-43BC-8FC1-1447D846AAE5}"/>
              </a:ext>
            </a:extLst>
          </p:cNvPr>
          <p:cNvSpPr/>
          <p:nvPr/>
        </p:nvSpPr>
        <p:spPr>
          <a:xfrm>
            <a:off x="8179647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4B806AB2-BDB1-4AA2-8453-B35ED430B34F}"/>
              </a:ext>
            </a:extLst>
          </p:cNvPr>
          <p:cNvCxnSpPr>
            <a:cxnSpLocks/>
            <a:stCxn id="232" idx="0"/>
            <a:endCxn id="235" idx="2"/>
          </p:cNvCxnSpPr>
          <p:nvPr/>
        </p:nvCxnSpPr>
        <p:spPr>
          <a:xfrm flipH="1" flipV="1">
            <a:off x="8741834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68DE2C98-D9C3-4117-92EA-1331FE900F97}"/>
              </a:ext>
            </a:extLst>
          </p:cNvPr>
          <p:cNvSpPr/>
          <p:nvPr/>
        </p:nvSpPr>
        <p:spPr>
          <a:xfrm>
            <a:off x="8179647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582F5879-FF64-46A0-A67F-3AF89610B37E}"/>
              </a:ext>
            </a:extLst>
          </p:cNvPr>
          <p:cNvCxnSpPr>
            <a:cxnSpLocks/>
            <a:stCxn id="235" idx="0"/>
            <a:endCxn id="237" idx="2"/>
          </p:cNvCxnSpPr>
          <p:nvPr/>
        </p:nvCxnSpPr>
        <p:spPr>
          <a:xfrm flipV="1">
            <a:off x="8741834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763F6BD8-08E3-4768-9975-510E201AC84D}"/>
              </a:ext>
            </a:extLst>
          </p:cNvPr>
          <p:cNvSpPr/>
          <p:nvPr/>
        </p:nvSpPr>
        <p:spPr>
          <a:xfrm>
            <a:off x="8179647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69AC3677-2BBA-4BE0-8B7B-045909C16FDC}"/>
              </a:ext>
            </a:extLst>
          </p:cNvPr>
          <p:cNvCxnSpPr>
            <a:cxnSpLocks/>
            <a:stCxn id="237" idx="0"/>
            <a:endCxn id="239" idx="2"/>
          </p:cNvCxnSpPr>
          <p:nvPr/>
        </p:nvCxnSpPr>
        <p:spPr>
          <a:xfrm flipV="1">
            <a:off x="8741834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989FDFF6-FEC6-4EBD-B3D8-7B1268A1C51E}"/>
              </a:ext>
            </a:extLst>
          </p:cNvPr>
          <p:cNvSpPr txBox="1"/>
          <p:nvPr/>
        </p:nvSpPr>
        <p:spPr>
          <a:xfrm>
            <a:off x="8807875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DAA135D4-86BF-4114-9149-493E976BAD89}"/>
              </a:ext>
            </a:extLst>
          </p:cNvPr>
          <p:cNvCxnSpPr>
            <a:cxnSpLocks/>
            <a:stCxn id="221" idx="3"/>
            <a:endCxn id="235" idx="1"/>
          </p:cNvCxnSpPr>
          <p:nvPr/>
        </p:nvCxnSpPr>
        <p:spPr>
          <a:xfrm>
            <a:off x="7763794" y="3351467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箭头连接符 305">
            <a:extLst>
              <a:ext uri="{FF2B5EF4-FFF2-40B4-BE49-F238E27FC236}">
                <a16:creationId xmlns:a16="http://schemas.microsoft.com/office/drawing/2014/main" id="{263A2234-A12E-4724-9F4C-D9BE051D5772}"/>
              </a:ext>
            </a:extLst>
          </p:cNvPr>
          <p:cNvCxnSpPr>
            <a:cxnSpLocks/>
            <a:stCxn id="218" idx="3"/>
            <a:endCxn id="228" idx="1"/>
          </p:cNvCxnSpPr>
          <p:nvPr/>
        </p:nvCxnSpPr>
        <p:spPr>
          <a:xfrm>
            <a:off x="7763794" y="5286526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/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/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5D74B986-00A0-41B5-8635-379DE939545A}"/>
              </a:ext>
            </a:extLst>
          </p:cNvPr>
          <p:cNvSpPr/>
          <p:nvPr/>
        </p:nvSpPr>
        <p:spPr>
          <a:xfrm>
            <a:off x="9615796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直接箭头连接符 329">
            <a:extLst>
              <a:ext uri="{FF2B5EF4-FFF2-40B4-BE49-F238E27FC236}">
                <a16:creationId xmlns:a16="http://schemas.microsoft.com/office/drawing/2014/main" id="{59445FEE-8644-4606-81B3-40ACD886B35A}"/>
              </a:ext>
            </a:extLst>
          </p:cNvPr>
          <p:cNvCxnSpPr>
            <a:cxnSpLocks/>
            <a:stCxn id="228" idx="3"/>
            <a:endCxn id="329" idx="1"/>
          </p:cNvCxnSpPr>
          <p:nvPr/>
        </p:nvCxnSpPr>
        <p:spPr>
          <a:xfrm>
            <a:off x="9304020" y="5286526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箭头连接符 330">
            <a:extLst>
              <a:ext uri="{FF2B5EF4-FFF2-40B4-BE49-F238E27FC236}">
                <a16:creationId xmlns:a16="http://schemas.microsoft.com/office/drawing/2014/main" id="{C44B3F0D-A9C9-4EAC-A49C-4FF3D43BE9F9}"/>
              </a:ext>
            </a:extLst>
          </p:cNvPr>
          <p:cNvCxnSpPr>
            <a:cxnSpLocks/>
            <a:stCxn id="230" idx="3"/>
          </p:cNvCxnSpPr>
          <p:nvPr/>
        </p:nvCxnSpPr>
        <p:spPr>
          <a:xfrm>
            <a:off x="9304020" y="4677638"/>
            <a:ext cx="327828" cy="4162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矩形: 圆角 331">
            <a:extLst>
              <a:ext uri="{FF2B5EF4-FFF2-40B4-BE49-F238E27FC236}">
                <a16:creationId xmlns:a16="http://schemas.microsoft.com/office/drawing/2014/main" id="{C665C905-A462-4542-AD00-D6ECF5095FCC}"/>
              </a:ext>
            </a:extLst>
          </p:cNvPr>
          <p:cNvSpPr/>
          <p:nvPr/>
        </p:nvSpPr>
        <p:spPr>
          <a:xfrm>
            <a:off x="9615796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4D305F1A-FBE8-4792-9627-BA87AF98A39A}"/>
              </a:ext>
            </a:extLst>
          </p:cNvPr>
          <p:cNvCxnSpPr>
            <a:cxnSpLocks/>
            <a:stCxn id="235" idx="3"/>
            <a:endCxn id="332" idx="1"/>
          </p:cNvCxnSpPr>
          <p:nvPr/>
        </p:nvCxnSpPr>
        <p:spPr>
          <a:xfrm>
            <a:off x="9304020" y="3351467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157EC397-7B04-47F2-A1C2-6042D8F18C69}"/>
              </a:ext>
            </a:extLst>
          </p:cNvPr>
          <p:cNvCxnSpPr>
            <a:cxnSpLocks/>
            <a:stCxn id="237" idx="3"/>
          </p:cNvCxnSpPr>
          <p:nvPr/>
        </p:nvCxnSpPr>
        <p:spPr>
          <a:xfrm>
            <a:off x="9304020" y="2732876"/>
            <a:ext cx="327828" cy="3998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EACB86D3-08DC-4D7F-8ADB-AD0CBB036631}"/>
              </a:ext>
            </a:extLst>
          </p:cNvPr>
          <p:cNvCxnSpPr>
            <a:cxnSpLocks/>
            <a:stCxn id="336" idx="0"/>
            <a:endCxn id="337" idx="2"/>
          </p:cNvCxnSpPr>
          <p:nvPr/>
        </p:nvCxnSpPr>
        <p:spPr>
          <a:xfrm flipV="1">
            <a:off x="11354481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4F13FBC8-385B-413C-B7DA-EB0D5830EE5C}"/>
              </a:ext>
            </a:extLst>
          </p:cNvPr>
          <p:cNvSpPr/>
          <p:nvPr/>
        </p:nvSpPr>
        <p:spPr>
          <a:xfrm>
            <a:off x="10792294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E46C2BF5-2288-4F78-AC9A-22904673054E}"/>
              </a:ext>
            </a:extLst>
          </p:cNvPr>
          <p:cNvSpPr/>
          <p:nvPr/>
        </p:nvSpPr>
        <p:spPr>
          <a:xfrm>
            <a:off x="10792294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426ACC76-A9FC-4D03-AFA0-C72EA7A58AA7}"/>
              </a:ext>
            </a:extLst>
          </p:cNvPr>
          <p:cNvSpPr txBox="1"/>
          <p:nvPr/>
        </p:nvSpPr>
        <p:spPr>
          <a:xfrm>
            <a:off x="11428138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BE82A6FC-14CD-4D64-B744-E7AC3FB82336}"/>
              </a:ext>
            </a:extLst>
          </p:cNvPr>
          <p:cNvSpPr/>
          <p:nvPr/>
        </p:nvSpPr>
        <p:spPr>
          <a:xfrm>
            <a:off x="10792293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0" name="直接箭头连接符 339">
            <a:extLst>
              <a:ext uri="{FF2B5EF4-FFF2-40B4-BE49-F238E27FC236}">
                <a16:creationId xmlns:a16="http://schemas.microsoft.com/office/drawing/2014/main" id="{DE848A94-0F95-4CC6-A2C2-9330CCA0B624}"/>
              </a:ext>
            </a:extLst>
          </p:cNvPr>
          <p:cNvCxnSpPr>
            <a:cxnSpLocks/>
            <a:stCxn id="337" idx="0"/>
            <a:endCxn id="339" idx="2"/>
          </p:cNvCxnSpPr>
          <p:nvPr/>
        </p:nvCxnSpPr>
        <p:spPr>
          <a:xfrm flipH="1" flipV="1">
            <a:off x="11354480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矩形: 圆角 340">
            <a:extLst>
              <a:ext uri="{FF2B5EF4-FFF2-40B4-BE49-F238E27FC236}">
                <a16:creationId xmlns:a16="http://schemas.microsoft.com/office/drawing/2014/main" id="{E1224239-9395-484A-9B81-8C667CF29DCE}"/>
              </a:ext>
            </a:extLst>
          </p:cNvPr>
          <p:cNvSpPr/>
          <p:nvPr/>
        </p:nvSpPr>
        <p:spPr>
          <a:xfrm>
            <a:off x="10792293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2" name="直接箭头连接符 341">
            <a:extLst>
              <a:ext uri="{FF2B5EF4-FFF2-40B4-BE49-F238E27FC236}">
                <a16:creationId xmlns:a16="http://schemas.microsoft.com/office/drawing/2014/main" id="{40FD8126-0450-4323-8651-ED792A4A8AC3}"/>
              </a:ext>
            </a:extLst>
          </p:cNvPr>
          <p:cNvCxnSpPr>
            <a:cxnSpLocks/>
            <a:stCxn id="339" idx="0"/>
            <a:endCxn id="341" idx="2"/>
          </p:cNvCxnSpPr>
          <p:nvPr/>
        </p:nvCxnSpPr>
        <p:spPr>
          <a:xfrm flipV="1">
            <a:off x="11354480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矩形: 圆角 342">
            <a:extLst>
              <a:ext uri="{FF2B5EF4-FFF2-40B4-BE49-F238E27FC236}">
                <a16:creationId xmlns:a16="http://schemas.microsoft.com/office/drawing/2014/main" id="{4D368192-164F-46C0-9E3F-25C6D3E1C4F9}"/>
              </a:ext>
            </a:extLst>
          </p:cNvPr>
          <p:cNvSpPr/>
          <p:nvPr/>
        </p:nvSpPr>
        <p:spPr>
          <a:xfrm>
            <a:off x="10792295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4" name="直接箭头连接符 343">
            <a:extLst>
              <a:ext uri="{FF2B5EF4-FFF2-40B4-BE49-F238E27FC236}">
                <a16:creationId xmlns:a16="http://schemas.microsoft.com/office/drawing/2014/main" id="{BE821C49-C982-4292-BBF0-CA6D3BD6F778}"/>
              </a:ext>
            </a:extLst>
          </p:cNvPr>
          <p:cNvCxnSpPr>
            <a:cxnSpLocks/>
            <a:stCxn id="341" idx="0"/>
            <a:endCxn id="343" idx="2"/>
          </p:cNvCxnSpPr>
          <p:nvPr/>
        </p:nvCxnSpPr>
        <p:spPr>
          <a:xfrm flipV="1">
            <a:off x="11354480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文本框 344">
            <a:extLst>
              <a:ext uri="{FF2B5EF4-FFF2-40B4-BE49-F238E27FC236}">
                <a16:creationId xmlns:a16="http://schemas.microsoft.com/office/drawing/2014/main" id="{B2B9CB58-AE04-4263-AE1B-9A00F2B22419}"/>
              </a:ext>
            </a:extLst>
          </p:cNvPr>
          <p:cNvSpPr txBox="1"/>
          <p:nvPr/>
        </p:nvSpPr>
        <p:spPr>
          <a:xfrm>
            <a:off x="11428139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矩形: 圆角 345">
            <a:extLst>
              <a:ext uri="{FF2B5EF4-FFF2-40B4-BE49-F238E27FC236}">
                <a16:creationId xmlns:a16="http://schemas.microsoft.com/office/drawing/2014/main" id="{541164E9-B791-4EBA-9D17-E0A8F6E1F517}"/>
              </a:ext>
            </a:extLst>
          </p:cNvPr>
          <p:cNvSpPr/>
          <p:nvPr/>
        </p:nvSpPr>
        <p:spPr>
          <a:xfrm>
            <a:off x="10792293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7" name="直接箭头连接符 346">
            <a:extLst>
              <a:ext uri="{FF2B5EF4-FFF2-40B4-BE49-F238E27FC236}">
                <a16:creationId xmlns:a16="http://schemas.microsoft.com/office/drawing/2014/main" id="{D3C3A193-03DD-4239-B047-107A5EF2BB63}"/>
              </a:ext>
            </a:extLst>
          </p:cNvPr>
          <p:cNvCxnSpPr>
            <a:cxnSpLocks/>
            <a:stCxn id="343" idx="0"/>
            <a:endCxn id="346" idx="2"/>
          </p:cNvCxnSpPr>
          <p:nvPr/>
        </p:nvCxnSpPr>
        <p:spPr>
          <a:xfrm flipH="1" flipV="1">
            <a:off x="11354480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矩形: 圆角 347">
            <a:extLst>
              <a:ext uri="{FF2B5EF4-FFF2-40B4-BE49-F238E27FC236}">
                <a16:creationId xmlns:a16="http://schemas.microsoft.com/office/drawing/2014/main" id="{AD032642-FFC2-48B0-8BB0-AAA44FAA9EC1}"/>
              </a:ext>
            </a:extLst>
          </p:cNvPr>
          <p:cNvSpPr/>
          <p:nvPr/>
        </p:nvSpPr>
        <p:spPr>
          <a:xfrm>
            <a:off x="10792293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378094C6-8AA6-4BAD-9747-792CEF48AB7E}"/>
              </a:ext>
            </a:extLst>
          </p:cNvPr>
          <p:cNvCxnSpPr>
            <a:cxnSpLocks/>
            <a:stCxn id="346" idx="0"/>
            <a:endCxn id="348" idx="2"/>
          </p:cNvCxnSpPr>
          <p:nvPr/>
        </p:nvCxnSpPr>
        <p:spPr>
          <a:xfrm flipV="1">
            <a:off x="11354480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A3F436DB-32FF-41BA-A8B7-90D4253FCC7A}"/>
              </a:ext>
            </a:extLst>
          </p:cNvPr>
          <p:cNvSpPr/>
          <p:nvPr/>
        </p:nvSpPr>
        <p:spPr>
          <a:xfrm>
            <a:off x="10792293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8001936A-1122-49CF-BD4F-091F4E1AA707}"/>
              </a:ext>
            </a:extLst>
          </p:cNvPr>
          <p:cNvCxnSpPr>
            <a:cxnSpLocks/>
            <a:stCxn id="348" idx="0"/>
            <a:endCxn id="350" idx="2"/>
          </p:cNvCxnSpPr>
          <p:nvPr/>
        </p:nvCxnSpPr>
        <p:spPr>
          <a:xfrm flipV="1">
            <a:off x="11354480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文本框 351">
            <a:extLst>
              <a:ext uri="{FF2B5EF4-FFF2-40B4-BE49-F238E27FC236}">
                <a16:creationId xmlns:a16="http://schemas.microsoft.com/office/drawing/2014/main" id="{239C4F78-2AD3-4AE1-A133-30CD38D6D684}"/>
              </a:ext>
            </a:extLst>
          </p:cNvPr>
          <p:cNvSpPr txBox="1"/>
          <p:nvPr/>
        </p:nvSpPr>
        <p:spPr>
          <a:xfrm>
            <a:off x="11420521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3" name="直接箭头连接符 352">
            <a:extLst>
              <a:ext uri="{FF2B5EF4-FFF2-40B4-BE49-F238E27FC236}">
                <a16:creationId xmlns:a16="http://schemas.microsoft.com/office/drawing/2014/main" id="{343B42D1-78DF-4253-8270-5DD0FC8A66C9}"/>
              </a:ext>
            </a:extLst>
          </p:cNvPr>
          <p:cNvCxnSpPr>
            <a:cxnSpLocks/>
            <a:stCxn id="332" idx="3"/>
            <a:endCxn id="346" idx="1"/>
          </p:cNvCxnSpPr>
          <p:nvPr/>
        </p:nvCxnSpPr>
        <p:spPr>
          <a:xfrm>
            <a:off x="10418220" y="3351467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0D028981-0E6B-4F35-BEF7-554ED2BF1532}"/>
              </a:ext>
            </a:extLst>
          </p:cNvPr>
          <p:cNvCxnSpPr>
            <a:cxnSpLocks/>
            <a:stCxn id="329" idx="3"/>
            <a:endCxn id="339" idx="1"/>
          </p:cNvCxnSpPr>
          <p:nvPr/>
        </p:nvCxnSpPr>
        <p:spPr>
          <a:xfrm>
            <a:off x="10418220" y="5286526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/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/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7" name="连接符: 肘形 356">
            <a:extLst>
              <a:ext uri="{FF2B5EF4-FFF2-40B4-BE49-F238E27FC236}">
                <a16:creationId xmlns:a16="http://schemas.microsoft.com/office/drawing/2014/main" id="{83D284C5-9E2E-4747-8A71-786934742B6D}"/>
              </a:ext>
            </a:extLst>
          </p:cNvPr>
          <p:cNvCxnSpPr>
            <a:cxnSpLocks/>
            <a:stCxn id="350" idx="0"/>
            <a:endCxn id="358" idx="2"/>
          </p:cNvCxnSpPr>
          <p:nvPr/>
        </p:nvCxnSpPr>
        <p:spPr>
          <a:xfrm rot="16200000" flipV="1">
            <a:off x="9870414" y="328933"/>
            <a:ext cx="355484" cy="26126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8" name="对象 357">
            <a:extLst>
              <a:ext uri="{FF2B5EF4-FFF2-40B4-BE49-F238E27FC236}">
                <a16:creationId xmlns:a16="http://schemas.microsoft.com/office/drawing/2014/main" id="{36D79B5E-F522-41B1-A13E-55D19D189D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932531"/>
              </p:ext>
            </p:extLst>
          </p:nvPr>
        </p:nvGraphicFramePr>
        <p:xfrm>
          <a:off x="8515884" y="989013"/>
          <a:ext cx="4508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7" name="Equation" r:id="rId8" imgW="164880" imgH="164880" progId="Equation.DSMT4">
                  <p:embed/>
                </p:oleObj>
              </mc:Choice>
              <mc:Fallback>
                <p:oleObj name="Equation" r:id="rId8" imgW="164880" imgH="164880" progId="Equation.DSMT4">
                  <p:embed/>
                  <p:pic>
                    <p:nvPicPr>
                      <p:cNvPr id="358" name="对象 357">
                        <a:extLst>
                          <a:ext uri="{FF2B5EF4-FFF2-40B4-BE49-F238E27FC236}">
                            <a16:creationId xmlns:a16="http://schemas.microsoft.com/office/drawing/2014/main" id="{36D79B5E-F522-41B1-A13E-55D19D189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15884" y="989013"/>
                        <a:ext cx="450850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4EE02407-496B-44E8-A679-C0DF3DDD8987}"/>
              </a:ext>
            </a:extLst>
          </p:cNvPr>
          <p:cNvCxnSpPr>
            <a:cxnSpLocks/>
            <a:stCxn id="215" idx="0"/>
            <a:endCxn id="358" idx="2"/>
          </p:cNvCxnSpPr>
          <p:nvPr/>
        </p:nvCxnSpPr>
        <p:spPr>
          <a:xfrm rot="5400000" flipH="1" flipV="1">
            <a:off x="7235510" y="309413"/>
            <a:ext cx="358219" cy="26544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连接符: 肘形 359">
            <a:extLst>
              <a:ext uri="{FF2B5EF4-FFF2-40B4-BE49-F238E27FC236}">
                <a16:creationId xmlns:a16="http://schemas.microsoft.com/office/drawing/2014/main" id="{590C02DA-AEC2-45E1-90CB-5786737813D1}"/>
              </a:ext>
            </a:extLst>
          </p:cNvPr>
          <p:cNvCxnSpPr>
            <a:cxnSpLocks/>
            <a:stCxn id="239" idx="0"/>
            <a:endCxn id="358" idx="2"/>
          </p:cNvCxnSpPr>
          <p:nvPr/>
        </p:nvCxnSpPr>
        <p:spPr>
          <a:xfrm rot="16200000" flipV="1">
            <a:off x="8564091" y="1635256"/>
            <a:ext cx="355484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/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mean</m:t>
                      </m:r>
                    </m:oMath>
                  </m:oMathPara>
                </a14:m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文本框 246">
            <a:extLst>
              <a:ext uri="{FF2B5EF4-FFF2-40B4-BE49-F238E27FC236}">
                <a16:creationId xmlns:a16="http://schemas.microsoft.com/office/drawing/2014/main" id="{14538BB4-EDC2-4D80-B8A9-B0740D5B913E}"/>
              </a:ext>
            </a:extLst>
          </p:cNvPr>
          <p:cNvSpPr txBox="1"/>
          <p:nvPr/>
        </p:nvSpPr>
        <p:spPr>
          <a:xfrm>
            <a:off x="-4044" y="1226810"/>
            <a:ext cx="5109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31F20"/>
                </a:solidFill>
                <a:effectLst/>
                <a:latin typeface="FZSSK--GBK1-0"/>
              </a:rPr>
              <a:t>用相同的方法，沿时间步展开</a:t>
            </a:r>
            <a:r>
              <a:rPr lang="en-US" altLang="zh-CN" sz="2400" b="1" dirty="0">
                <a:solidFill>
                  <a:srgbClr val="231F20"/>
                </a:solidFill>
                <a:effectLst/>
                <a:latin typeface="FZSSK--GBK1-0"/>
              </a:rPr>
              <a:t>SNN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84444FEB-EB99-4652-8CD8-0417A8A73263}"/>
              </a:ext>
            </a:extLst>
          </p:cNvPr>
          <p:cNvCxnSpPr>
            <a:cxnSpLocks/>
          </p:cNvCxnSpPr>
          <p:nvPr/>
        </p:nvCxnSpPr>
        <p:spPr>
          <a:xfrm>
            <a:off x="8946512" y="1211908"/>
            <a:ext cx="8166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9" name="对象 248">
            <a:extLst>
              <a:ext uri="{FF2B5EF4-FFF2-40B4-BE49-F238E27FC236}">
                <a16:creationId xmlns:a16="http://schemas.microsoft.com/office/drawing/2014/main" id="{3DE0C9F2-A054-437F-910D-15BC2AFAEE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696496"/>
              </p:ext>
            </p:extLst>
          </p:nvPr>
        </p:nvGraphicFramePr>
        <p:xfrm>
          <a:off x="9825823" y="974594"/>
          <a:ext cx="416131" cy="48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8" name="Equation" r:id="rId11" imgW="152280" imgH="177480" progId="Equation.DSMT4">
                  <p:embed/>
                </p:oleObj>
              </mc:Choice>
              <mc:Fallback>
                <p:oleObj name="Equation" r:id="rId11" imgW="152280" imgH="17748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9885F912-8129-4632-A04C-B91ED5AF57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25823" y="974594"/>
                        <a:ext cx="416131" cy="485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" name="文本框 249">
            <a:extLst>
              <a:ext uri="{FF2B5EF4-FFF2-40B4-BE49-F238E27FC236}">
                <a16:creationId xmlns:a16="http://schemas.microsoft.com/office/drawing/2014/main" id="{52A8CE9F-6FAF-4E0D-817C-4DB1047CE253}"/>
              </a:ext>
            </a:extLst>
          </p:cNvPr>
          <p:cNvSpPr txBox="1"/>
          <p:nvPr/>
        </p:nvSpPr>
        <p:spPr>
          <a:xfrm>
            <a:off x="53752" y="1936324"/>
            <a:ext cx="1124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求：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7A6A19-E3C8-42F1-826B-D805F5489A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1338" y="1812999"/>
            <a:ext cx="565179" cy="6159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7778B3-2092-4099-B77E-13713C2B51B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2053" y="1774440"/>
            <a:ext cx="552478" cy="6032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A62D8D1-1C3E-4958-9359-8FE0383FFB1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17897" y="1823112"/>
            <a:ext cx="552478" cy="56517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07297DB-5E7C-40C5-A887-8A6F561E87B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94136" y="3089720"/>
            <a:ext cx="2002369" cy="1397003"/>
          </a:xfrm>
          <a:prstGeom prst="rect">
            <a:avLst/>
          </a:prstGeom>
        </p:spPr>
      </p:pic>
      <p:sp>
        <p:nvSpPr>
          <p:cNvPr id="251" name="文本框 250">
            <a:extLst>
              <a:ext uri="{FF2B5EF4-FFF2-40B4-BE49-F238E27FC236}">
                <a16:creationId xmlns:a16="http://schemas.microsoft.com/office/drawing/2014/main" id="{C243C9A8-1ED1-4A1F-892A-1A7919A1ECE0}"/>
              </a:ext>
            </a:extLst>
          </p:cNvPr>
          <p:cNvSpPr txBox="1"/>
          <p:nvPr/>
        </p:nvSpPr>
        <p:spPr>
          <a:xfrm>
            <a:off x="92543" y="25658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）找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>的路径：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387DF5E-7B7B-4B68-A1C9-6A8847E211F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471" y="5011044"/>
            <a:ext cx="5240833" cy="48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31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694990BA-5164-410C-8B72-F8A85C99666A}"/>
              </a:ext>
            </a:extLst>
          </p:cNvPr>
          <p:cNvCxnSpPr>
            <a:cxnSpLocks/>
            <a:stCxn id="191" idx="0"/>
            <a:endCxn id="193" idx="2"/>
          </p:cNvCxnSpPr>
          <p:nvPr/>
        </p:nvCxnSpPr>
        <p:spPr>
          <a:xfrm flipV="1">
            <a:off x="6087408" y="6106006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B011620E-3D34-41D8-A92B-DC6F7393283A}"/>
              </a:ext>
            </a:extLst>
          </p:cNvPr>
          <p:cNvSpPr/>
          <p:nvPr/>
        </p:nvSpPr>
        <p:spPr>
          <a:xfrm>
            <a:off x="5525221" y="6410823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C09888B9-F53A-4723-B3C2-0D2F23F6FFD8}"/>
              </a:ext>
            </a:extLst>
          </p:cNvPr>
          <p:cNvSpPr/>
          <p:nvPr/>
        </p:nvSpPr>
        <p:spPr>
          <a:xfrm>
            <a:off x="5525221" y="5700030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E24DFB34-F89B-4BB8-8015-B91F7F67C3AF}"/>
              </a:ext>
            </a:extLst>
          </p:cNvPr>
          <p:cNvSpPr txBox="1"/>
          <p:nvPr/>
        </p:nvSpPr>
        <p:spPr>
          <a:xfrm>
            <a:off x="6161065" y="60669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E0596FF2-3FEC-457C-86FA-6440AEA2358A}"/>
              </a:ext>
            </a:extLst>
          </p:cNvPr>
          <p:cNvSpPr/>
          <p:nvPr/>
        </p:nvSpPr>
        <p:spPr>
          <a:xfrm>
            <a:off x="5525220" y="508017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51F4800A-DDAC-4273-B2EC-727E73FBABB0}"/>
              </a:ext>
            </a:extLst>
          </p:cNvPr>
          <p:cNvCxnSpPr>
            <a:cxnSpLocks/>
            <a:stCxn id="193" idx="0"/>
            <a:endCxn id="195" idx="2"/>
          </p:cNvCxnSpPr>
          <p:nvPr/>
        </p:nvCxnSpPr>
        <p:spPr>
          <a:xfrm flipH="1" flipV="1">
            <a:off x="6087407" y="5498345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DFC1C0A6-9F29-4DF1-BC42-F31C23935104}"/>
              </a:ext>
            </a:extLst>
          </p:cNvPr>
          <p:cNvSpPr/>
          <p:nvPr/>
        </p:nvSpPr>
        <p:spPr>
          <a:xfrm>
            <a:off x="5525220" y="4471289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25583170-B1DC-4C7E-BC84-2E9C70A36E8A}"/>
              </a:ext>
            </a:extLst>
          </p:cNvPr>
          <p:cNvCxnSpPr>
            <a:cxnSpLocks/>
            <a:stCxn id="195" idx="0"/>
            <a:endCxn id="200" idx="2"/>
          </p:cNvCxnSpPr>
          <p:nvPr/>
        </p:nvCxnSpPr>
        <p:spPr>
          <a:xfrm flipV="1">
            <a:off x="6087407" y="4889457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C3EAB769-A19A-4C8D-9EC1-0827F2182181}"/>
              </a:ext>
            </a:extLst>
          </p:cNvPr>
          <p:cNvSpPr/>
          <p:nvPr/>
        </p:nvSpPr>
        <p:spPr>
          <a:xfrm>
            <a:off x="5525222" y="376370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84EC7D5A-1CC1-4913-BCF9-747186287957}"/>
              </a:ext>
            </a:extLst>
          </p:cNvPr>
          <p:cNvCxnSpPr>
            <a:cxnSpLocks/>
            <a:stCxn id="200" idx="0"/>
            <a:endCxn id="203" idx="2"/>
          </p:cNvCxnSpPr>
          <p:nvPr/>
        </p:nvCxnSpPr>
        <p:spPr>
          <a:xfrm flipV="1">
            <a:off x="6087407" y="4169685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>
            <a:extLst>
              <a:ext uri="{FF2B5EF4-FFF2-40B4-BE49-F238E27FC236}">
                <a16:creationId xmlns:a16="http://schemas.microsoft.com/office/drawing/2014/main" id="{07FD844F-C6E6-4119-9062-90A4A561EC15}"/>
              </a:ext>
            </a:extLst>
          </p:cNvPr>
          <p:cNvSpPr txBox="1"/>
          <p:nvPr/>
        </p:nvSpPr>
        <p:spPr>
          <a:xfrm>
            <a:off x="6161066" y="412651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0B60A452-9DF4-4B29-BE63-CC3A2088ECE4}"/>
              </a:ext>
            </a:extLst>
          </p:cNvPr>
          <p:cNvSpPr/>
          <p:nvPr/>
        </p:nvSpPr>
        <p:spPr>
          <a:xfrm>
            <a:off x="5525220" y="3145118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F2EB8D06-7616-4FBA-894A-B860DC660689}"/>
              </a:ext>
            </a:extLst>
          </p:cNvPr>
          <p:cNvCxnSpPr>
            <a:cxnSpLocks/>
            <a:stCxn id="203" idx="0"/>
            <a:endCxn id="210" idx="2"/>
          </p:cNvCxnSpPr>
          <p:nvPr/>
        </p:nvCxnSpPr>
        <p:spPr>
          <a:xfrm flipH="1" flipV="1">
            <a:off x="6087407" y="3563286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F2676AFE-80F4-455A-8DDB-865237BE3AEB}"/>
              </a:ext>
            </a:extLst>
          </p:cNvPr>
          <p:cNvSpPr/>
          <p:nvPr/>
        </p:nvSpPr>
        <p:spPr>
          <a:xfrm>
            <a:off x="5525220" y="252652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E152EB85-EB56-447B-AF50-29D6D3D6045C}"/>
              </a:ext>
            </a:extLst>
          </p:cNvPr>
          <p:cNvCxnSpPr>
            <a:cxnSpLocks/>
            <a:stCxn id="210" idx="0"/>
            <a:endCxn id="213" idx="2"/>
          </p:cNvCxnSpPr>
          <p:nvPr/>
        </p:nvCxnSpPr>
        <p:spPr>
          <a:xfrm flipV="1">
            <a:off x="6087407" y="2944695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87CFD3A6-5884-498D-BB43-20C03064B981}"/>
              </a:ext>
            </a:extLst>
          </p:cNvPr>
          <p:cNvSpPr/>
          <p:nvPr/>
        </p:nvSpPr>
        <p:spPr>
          <a:xfrm>
            <a:off x="5525220" y="181573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4BE3EAB3-83DA-4D08-BBB4-4F988F23745E}"/>
              </a:ext>
            </a:extLst>
          </p:cNvPr>
          <p:cNvCxnSpPr>
            <a:cxnSpLocks/>
            <a:stCxn id="213" idx="0"/>
            <a:endCxn id="215" idx="2"/>
          </p:cNvCxnSpPr>
          <p:nvPr/>
        </p:nvCxnSpPr>
        <p:spPr>
          <a:xfrm flipV="1">
            <a:off x="6087407" y="2221710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文本框 216">
            <a:extLst>
              <a:ext uri="{FF2B5EF4-FFF2-40B4-BE49-F238E27FC236}">
                <a16:creationId xmlns:a16="http://schemas.microsoft.com/office/drawing/2014/main" id="{2E0E23A0-0F3C-4D1D-B788-1A147D601379}"/>
              </a:ext>
            </a:extLst>
          </p:cNvPr>
          <p:cNvSpPr txBox="1"/>
          <p:nvPr/>
        </p:nvSpPr>
        <p:spPr>
          <a:xfrm>
            <a:off x="6153448" y="2180781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0F6A4ACC-3E23-451A-BEE2-516BE284310D}"/>
              </a:ext>
            </a:extLst>
          </p:cNvPr>
          <p:cNvSpPr/>
          <p:nvPr/>
        </p:nvSpPr>
        <p:spPr>
          <a:xfrm>
            <a:off x="6961370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9CDE68AE-4DCE-4BD5-9D74-613067030191}"/>
              </a:ext>
            </a:extLst>
          </p:cNvPr>
          <p:cNvCxnSpPr>
            <a:cxnSpLocks/>
            <a:stCxn id="195" idx="3"/>
            <a:endCxn id="218" idx="1"/>
          </p:cNvCxnSpPr>
          <p:nvPr/>
        </p:nvCxnSpPr>
        <p:spPr>
          <a:xfrm flipV="1">
            <a:off x="6649593" y="5286526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CD675334-BA4B-4957-B192-4D400B68F9BE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6649593" y="4680373"/>
            <a:ext cx="311777" cy="394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BC72C6ED-4690-46D4-8D47-C027A1BC4A66}"/>
              </a:ext>
            </a:extLst>
          </p:cNvPr>
          <p:cNvSpPr/>
          <p:nvPr/>
        </p:nvSpPr>
        <p:spPr>
          <a:xfrm>
            <a:off x="6961370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093C311E-418A-432A-8397-572E8BC38E65}"/>
              </a:ext>
            </a:extLst>
          </p:cNvPr>
          <p:cNvCxnSpPr>
            <a:cxnSpLocks/>
            <a:stCxn id="210" idx="3"/>
            <a:endCxn id="221" idx="1"/>
          </p:cNvCxnSpPr>
          <p:nvPr/>
        </p:nvCxnSpPr>
        <p:spPr>
          <a:xfrm flipV="1">
            <a:off x="6649593" y="3351467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18502A18-56B1-4DAA-9DFA-FB13EBF685B9}"/>
              </a:ext>
            </a:extLst>
          </p:cNvPr>
          <p:cNvCxnSpPr>
            <a:cxnSpLocks/>
            <a:stCxn id="213" idx="3"/>
          </p:cNvCxnSpPr>
          <p:nvPr/>
        </p:nvCxnSpPr>
        <p:spPr>
          <a:xfrm>
            <a:off x="6649593" y="2735611"/>
            <a:ext cx="311777" cy="4013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0B371F6A-4C2C-4AEB-A61A-178607D049D9}"/>
              </a:ext>
            </a:extLst>
          </p:cNvPr>
          <p:cNvCxnSpPr>
            <a:cxnSpLocks/>
            <a:stCxn id="225" idx="0"/>
            <a:endCxn id="226" idx="2"/>
          </p:cNvCxnSpPr>
          <p:nvPr/>
        </p:nvCxnSpPr>
        <p:spPr>
          <a:xfrm flipV="1">
            <a:off x="8741835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686A9A96-B68F-40D5-8165-B5FF607C5EFD}"/>
              </a:ext>
            </a:extLst>
          </p:cNvPr>
          <p:cNvSpPr/>
          <p:nvPr/>
        </p:nvSpPr>
        <p:spPr>
          <a:xfrm>
            <a:off x="8179648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8E3B0FFD-10B6-4A16-B0E3-4332F9288C3D}"/>
              </a:ext>
            </a:extLst>
          </p:cNvPr>
          <p:cNvSpPr/>
          <p:nvPr/>
        </p:nvSpPr>
        <p:spPr>
          <a:xfrm>
            <a:off x="8179648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D7C10F63-8192-48AE-8A67-656FE0AD6E4E}"/>
              </a:ext>
            </a:extLst>
          </p:cNvPr>
          <p:cNvSpPr txBox="1"/>
          <p:nvPr/>
        </p:nvSpPr>
        <p:spPr>
          <a:xfrm>
            <a:off x="8815492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B7445C73-A6A0-4174-A048-1C6334839FD9}"/>
              </a:ext>
            </a:extLst>
          </p:cNvPr>
          <p:cNvSpPr/>
          <p:nvPr/>
        </p:nvSpPr>
        <p:spPr>
          <a:xfrm>
            <a:off x="8179647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10A7E39D-2906-4168-A6CB-072AD86C9B43}"/>
              </a:ext>
            </a:extLst>
          </p:cNvPr>
          <p:cNvCxnSpPr>
            <a:cxnSpLocks/>
            <a:stCxn id="226" idx="0"/>
            <a:endCxn id="228" idx="2"/>
          </p:cNvCxnSpPr>
          <p:nvPr/>
        </p:nvCxnSpPr>
        <p:spPr>
          <a:xfrm flipH="1" flipV="1">
            <a:off x="8741834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E085DD0B-F283-449D-80BE-F6E449663CBA}"/>
              </a:ext>
            </a:extLst>
          </p:cNvPr>
          <p:cNvSpPr/>
          <p:nvPr/>
        </p:nvSpPr>
        <p:spPr>
          <a:xfrm>
            <a:off x="8179647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C24CCCEC-3104-449C-A4BD-84F598AE18E3}"/>
              </a:ext>
            </a:extLst>
          </p:cNvPr>
          <p:cNvCxnSpPr>
            <a:cxnSpLocks/>
            <a:stCxn id="228" idx="0"/>
            <a:endCxn id="230" idx="2"/>
          </p:cNvCxnSpPr>
          <p:nvPr/>
        </p:nvCxnSpPr>
        <p:spPr>
          <a:xfrm flipV="1">
            <a:off x="8741834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A4222427-DF7C-4E89-A7DA-84A9B0C2E362}"/>
              </a:ext>
            </a:extLst>
          </p:cNvPr>
          <p:cNvSpPr/>
          <p:nvPr/>
        </p:nvSpPr>
        <p:spPr>
          <a:xfrm>
            <a:off x="8179649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72CFBE42-7EAF-4463-921A-E75CA4AD093F}"/>
              </a:ext>
            </a:extLst>
          </p:cNvPr>
          <p:cNvCxnSpPr>
            <a:cxnSpLocks/>
            <a:stCxn id="230" idx="0"/>
            <a:endCxn id="232" idx="2"/>
          </p:cNvCxnSpPr>
          <p:nvPr/>
        </p:nvCxnSpPr>
        <p:spPr>
          <a:xfrm flipV="1">
            <a:off x="8741834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文本框 233">
            <a:extLst>
              <a:ext uri="{FF2B5EF4-FFF2-40B4-BE49-F238E27FC236}">
                <a16:creationId xmlns:a16="http://schemas.microsoft.com/office/drawing/2014/main" id="{EDBBB39B-55E1-462B-8DD4-88BEB7B04922}"/>
              </a:ext>
            </a:extLst>
          </p:cNvPr>
          <p:cNvSpPr txBox="1"/>
          <p:nvPr/>
        </p:nvSpPr>
        <p:spPr>
          <a:xfrm>
            <a:off x="8815493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91E47446-5BB4-43BC-8FC1-1447D846AAE5}"/>
              </a:ext>
            </a:extLst>
          </p:cNvPr>
          <p:cNvSpPr/>
          <p:nvPr/>
        </p:nvSpPr>
        <p:spPr>
          <a:xfrm>
            <a:off x="8179647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4B806AB2-BDB1-4AA2-8453-B35ED430B34F}"/>
              </a:ext>
            </a:extLst>
          </p:cNvPr>
          <p:cNvCxnSpPr>
            <a:cxnSpLocks/>
            <a:stCxn id="232" idx="0"/>
            <a:endCxn id="235" idx="2"/>
          </p:cNvCxnSpPr>
          <p:nvPr/>
        </p:nvCxnSpPr>
        <p:spPr>
          <a:xfrm flipH="1" flipV="1">
            <a:off x="8741834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68DE2C98-D9C3-4117-92EA-1331FE900F97}"/>
              </a:ext>
            </a:extLst>
          </p:cNvPr>
          <p:cNvSpPr/>
          <p:nvPr/>
        </p:nvSpPr>
        <p:spPr>
          <a:xfrm>
            <a:off x="8179647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582F5879-FF64-46A0-A67F-3AF89610B37E}"/>
              </a:ext>
            </a:extLst>
          </p:cNvPr>
          <p:cNvCxnSpPr>
            <a:cxnSpLocks/>
            <a:stCxn id="235" idx="0"/>
            <a:endCxn id="237" idx="2"/>
          </p:cNvCxnSpPr>
          <p:nvPr/>
        </p:nvCxnSpPr>
        <p:spPr>
          <a:xfrm flipV="1">
            <a:off x="8741834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763F6BD8-08E3-4768-9975-510E201AC84D}"/>
              </a:ext>
            </a:extLst>
          </p:cNvPr>
          <p:cNvSpPr/>
          <p:nvPr/>
        </p:nvSpPr>
        <p:spPr>
          <a:xfrm>
            <a:off x="8179647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69AC3677-2BBA-4BE0-8B7B-045909C16FDC}"/>
              </a:ext>
            </a:extLst>
          </p:cNvPr>
          <p:cNvCxnSpPr>
            <a:cxnSpLocks/>
            <a:stCxn id="237" idx="0"/>
            <a:endCxn id="239" idx="2"/>
          </p:cNvCxnSpPr>
          <p:nvPr/>
        </p:nvCxnSpPr>
        <p:spPr>
          <a:xfrm flipV="1">
            <a:off x="8741834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989FDFF6-FEC6-4EBD-B3D8-7B1268A1C51E}"/>
              </a:ext>
            </a:extLst>
          </p:cNvPr>
          <p:cNvSpPr txBox="1"/>
          <p:nvPr/>
        </p:nvSpPr>
        <p:spPr>
          <a:xfrm>
            <a:off x="8807875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DAA135D4-86BF-4114-9149-493E976BAD89}"/>
              </a:ext>
            </a:extLst>
          </p:cNvPr>
          <p:cNvCxnSpPr>
            <a:cxnSpLocks/>
            <a:stCxn id="221" idx="3"/>
            <a:endCxn id="235" idx="1"/>
          </p:cNvCxnSpPr>
          <p:nvPr/>
        </p:nvCxnSpPr>
        <p:spPr>
          <a:xfrm>
            <a:off x="7763794" y="3351467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箭头连接符 305">
            <a:extLst>
              <a:ext uri="{FF2B5EF4-FFF2-40B4-BE49-F238E27FC236}">
                <a16:creationId xmlns:a16="http://schemas.microsoft.com/office/drawing/2014/main" id="{263A2234-A12E-4724-9F4C-D9BE051D5772}"/>
              </a:ext>
            </a:extLst>
          </p:cNvPr>
          <p:cNvCxnSpPr>
            <a:cxnSpLocks/>
            <a:stCxn id="218" idx="3"/>
            <a:endCxn id="228" idx="1"/>
          </p:cNvCxnSpPr>
          <p:nvPr/>
        </p:nvCxnSpPr>
        <p:spPr>
          <a:xfrm>
            <a:off x="7763794" y="5286526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/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/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5D74B986-00A0-41B5-8635-379DE939545A}"/>
              </a:ext>
            </a:extLst>
          </p:cNvPr>
          <p:cNvSpPr/>
          <p:nvPr/>
        </p:nvSpPr>
        <p:spPr>
          <a:xfrm>
            <a:off x="9615796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直接箭头连接符 329">
            <a:extLst>
              <a:ext uri="{FF2B5EF4-FFF2-40B4-BE49-F238E27FC236}">
                <a16:creationId xmlns:a16="http://schemas.microsoft.com/office/drawing/2014/main" id="{59445FEE-8644-4606-81B3-40ACD886B35A}"/>
              </a:ext>
            </a:extLst>
          </p:cNvPr>
          <p:cNvCxnSpPr>
            <a:cxnSpLocks/>
            <a:stCxn id="228" idx="3"/>
            <a:endCxn id="329" idx="1"/>
          </p:cNvCxnSpPr>
          <p:nvPr/>
        </p:nvCxnSpPr>
        <p:spPr>
          <a:xfrm>
            <a:off x="9304020" y="5286526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箭头连接符 330">
            <a:extLst>
              <a:ext uri="{FF2B5EF4-FFF2-40B4-BE49-F238E27FC236}">
                <a16:creationId xmlns:a16="http://schemas.microsoft.com/office/drawing/2014/main" id="{C44B3F0D-A9C9-4EAC-A49C-4FF3D43BE9F9}"/>
              </a:ext>
            </a:extLst>
          </p:cNvPr>
          <p:cNvCxnSpPr>
            <a:cxnSpLocks/>
            <a:stCxn id="230" idx="3"/>
          </p:cNvCxnSpPr>
          <p:nvPr/>
        </p:nvCxnSpPr>
        <p:spPr>
          <a:xfrm>
            <a:off x="9304020" y="4677638"/>
            <a:ext cx="327828" cy="4162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矩形: 圆角 331">
            <a:extLst>
              <a:ext uri="{FF2B5EF4-FFF2-40B4-BE49-F238E27FC236}">
                <a16:creationId xmlns:a16="http://schemas.microsoft.com/office/drawing/2014/main" id="{C665C905-A462-4542-AD00-D6ECF5095FCC}"/>
              </a:ext>
            </a:extLst>
          </p:cNvPr>
          <p:cNvSpPr/>
          <p:nvPr/>
        </p:nvSpPr>
        <p:spPr>
          <a:xfrm>
            <a:off x="9615796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4D305F1A-FBE8-4792-9627-BA87AF98A39A}"/>
              </a:ext>
            </a:extLst>
          </p:cNvPr>
          <p:cNvCxnSpPr>
            <a:cxnSpLocks/>
            <a:stCxn id="235" idx="3"/>
            <a:endCxn id="332" idx="1"/>
          </p:cNvCxnSpPr>
          <p:nvPr/>
        </p:nvCxnSpPr>
        <p:spPr>
          <a:xfrm>
            <a:off x="9304020" y="3351467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157EC397-7B04-47F2-A1C2-6042D8F18C69}"/>
              </a:ext>
            </a:extLst>
          </p:cNvPr>
          <p:cNvCxnSpPr>
            <a:cxnSpLocks/>
            <a:stCxn id="237" idx="3"/>
          </p:cNvCxnSpPr>
          <p:nvPr/>
        </p:nvCxnSpPr>
        <p:spPr>
          <a:xfrm>
            <a:off x="9304020" y="2732876"/>
            <a:ext cx="327828" cy="3998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EACB86D3-08DC-4D7F-8ADB-AD0CBB036631}"/>
              </a:ext>
            </a:extLst>
          </p:cNvPr>
          <p:cNvCxnSpPr>
            <a:cxnSpLocks/>
            <a:stCxn id="336" idx="0"/>
            <a:endCxn id="337" idx="2"/>
          </p:cNvCxnSpPr>
          <p:nvPr/>
        </p:nvCxnSpPr>
        <p:spPr>
          <a:xfrm flipV="1">
            <a:off x="11354481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4F13FBC8-385B-413C-B7DA-EB0D5830EE5C}"/>
              </a:ext>
            </a:extLst>
          </p:cNvPr>
          <p:cNvSpPr/>
          <p:nvPr/>
        </p:nvSpPr>
        <p:spPr>
          <a:xfrm>
            <a:off x="10792294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E46C2BF5-2288-4F78-AC9A-22904673054E}"/>
              </a:ext>
            </a:extLst>
          </p:cNvPr>
          <p:cNvSpPr/>
          <p:nvPr/>
        </p:nvSpPr>
        <p:spPr>
          <a:xfrm>
            <a:off x="10792294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426ACC76-A9FC-4D03-AFA0-C72EA7A58AA7}"/>
              </a:ext>
            </a:extLst>
          </p:cNvPr>
          <p:cNvSpPr txBox="1"/>
          <p:nvPr/>
        </p:nvSpPr>
        <p:spPr>
          <a:xfrm>
            <a:off x="11428138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BE82A6FC-14CD-4D64-B744-E7AC3FB82336}"/>
              </a:ext>
            </a:extLst>
          </p:cNvPr>
          <p:cNvSpPr/>
          <p:nvPr/>
        </p:nvSpPr>
        <p:spPr>
          <a:xfrm>
            <a:off x="10792293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0" name="直接箭头连接符 339">
            <a:extLst>
              <a:ext uri="{FF2B5EF4-FFF2-40B4-BE49-F238E27FC236}">
                <a16:creationId xmlns:a16="http://schemas.microsoft.com/office/drawing/2014/main" id="{DE848A94-0F95-4CC6-A2C2-9330CCA0B624}"/>
              </a:ext>
            </a:extLst>
          </p:cNvPr>
          <p:cNvCxnSpPr>
            <a:cxnSpLocks/>
            <a:stCxn id="337" idx="0"/>
            <a:endCxn id="339" idx="2"/>
          </p:cNvCxnSpPr>
          <p:nvPr/>
        </p:nvCxnSpPr>
        <p:spPr>
          <a:xfrm flipH="1" flipV="1">
            <a:off x="11354480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矩形: 圆角 340">
            <a:extLst>
              <a:ext uri="{FF2B5EF4-FFF2-40B4-BE49-F238E27FC236}">
                <a16:creationId xmlns:a16="http://schemas.microsoft.com/office/drawing/2014/main" id="{E1224239-9395-484A-9B81-8C667CF29DCE}"/>
              </a:ext>
            </a:extLst>
          </p:cNvPr>
          <p:cNvSpPr/>
          <p:nvPr/>
        </p:nvSpPr>
        <p:spPr>
          <a:xfrm>
            <a:off x="10792293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2" name="直接箭头连接符 341">
            <a:extLst>
              <a:ext uri="{FF2B5EF4-FFF2-40B4-BE49-F238E27FC236}">
                <a16:creationId xmlns:a16="http://schemas.microsoft.com/office/drawing/2014/main" id="{40FD8126-0450-4323-8651-ED792A4A8AC3}"/>
              </a:ext>
            </a:extLst>
          </p:cNvPr>
          <p:cNvCxnSpPr>
            <a:cxnSpLocks/>
            <a:stCxn id="339" idx="0"/>
            <a:endCxn id="341" idx="2"/>
          </p:cNvCxnSpPr>
          <p:nvPr/>
        </p:nvCxnSpPr>
        <p:spPr>
          <a:xfrm flipV="1">
            <a:off x="11354480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矩形: 圆角 342">
            <a:extLst>
              <a:ext uri="{FF2B5EF4-FFF2-40B4-BE49-F238E27FC236}">
                <a16:creationId xmlns:a16="http://schemas.microsoft.com/office/drawing/2014/main" id="{4D368192-164F-46C0-9E3F-25C6D3E1C4F9}"/>
              </a:ext>
            </a:extLst>
          </p:cNvPr>
          <p:cNvSpPr/>
          <p:nvPr/>
        </p:nvSpPr>
        <p:spPr>
          <a:xfrm>
            <a:off x="10792295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4" name="直接箭头连接符 343">
            <a:extLst>
              <a:ext uri="{FF2B5EF4-FFF2-40B4-BE49-F238E27FC236}">
                <a16:creationId xmlns:a16="http://schemas.microsoft.com/office/drawing/2014/main" id="{BE821C49-C982-4292-BBF0-CA6D3BD6F778}"/>
              </a:ext>
            </a:extLst>
          </p:cNvPr>
          <p:cNvCxnSpPr>
            <a:cxnSpLocks/>
            <a:stCxn id="341" idx="0"/>
            <a:endCxn id="343" idx="2"/>
          </p:cNvCxnSpPr>
          <p:nvPr/>
        </p:nvCxnSpPr>
        <p:spPr>
          <a:xfrm flipV="1">
            <a:off x="11354480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文本框 344">
            <a:extLst>
              <a:ext uri="{FF2B5EF4-FFF2-40B4-BE49-F238E27FC236}">
                <a16:creationId xmlns:a16="http://schemas.microsoft.com/office/drawing/2014/main" id="{B2B9CB58-AE04-4263-AE1B-9A00F2B22419}"/>
              </a:ext>
            </a:extLst>
          </p:cNvPr>
          <p:cNvSpPr txBox="1"/>
          <p:nvPr/>
        </p:nvSpPr>
        <p:spPr>
          <a:xfrm>
            <a:off x="11428139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矩形: 圆角 345">
            <a:extLst>
              <a:ext uri="{FF2B5EF4-FFF2-40B4-BE49-F238E27FC236}">
                <a16:creationId xmlns:a16="http://schemas.microsoft.com/office/drawing/2014/main" id="{541164E9-B791-4EBA-9D17-E0A8F6E1F517}"/>
              </a:ext>
            </a:extLst>
          </p:cNvPr>
          <p:cNvSpPr/>
          <p:nvPr/>
        </p:nvSpPr>
        <p:spPr>
          <a:xfrm>
            <a:off x="10792293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7" name="直接箭头连接符 346">
            <a:extLst>
              <a:ext uri="{FF2B5EF4-FFF2-40B4-BE49-F238E27FC236}">
                <a16:creationId xmlns:a16="http://schemas.microsoft.com/office/drawing/2014/main" id="{D3C3A193-03DD-4239-B047-107A5EF2BB63}"/>
              </a:ext>
            </a:extLst>
          </p:cNvPr>
          <p:cNvCxnSpPr>
            <a:cxnSpLocks/>
            <a:stCxn id="343" idx="0"/>
            <a:endCxn id="346" idx="2"/>
          </p:cNvCxnSpPr>
          <p:nvPr/>
        </p:nvCxnSpPr>
        <p:spPr>
          <a:xfrm flipH="1" flipV="1">
            <a:off x="11354480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矩形: 圆角 347">
            <a:extLst>
              <a:ext uri="{FF2B5EF4-FFF2-40B4-BE49-F238E27FC236}">
                <a16:creationId xmlns:a16="http://schemas.microsoft.com/office/drawing/2014/main" id="{AD032642-FFC2-48B0-8BB0-AAA44FAA9EC1}"/>
              </a:ext>
            </a:extLst>
          </p:cNvPr>
          <p:cNvSpPr/>
          <p:nvPr/>
        </p:nvSpPr>
        <p:spPr>
          <a:xfrm>
            <a:off x="10792293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378094C6-8AA6-4BAD-9747-792CEF48AB7E}"/>
              </a:ext>
            </a:extLst>
          </p:cNvPr>
          <p:cNvCxnSpPr>
            <a:cxnSpLocks/>
            <a:stCxn id="346" idx="0"/>
            <a:endCxn id="348" idx="2"/>
          </p:cNvCxnSpPr>
          <p:nvPr/>
        </p:nvCxnSpPr>
        <p:spPr>
          <a:xfrm flipV="1">
            <a:off x="11354480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A3F436DB-32FF-41BA-A8B7-90D4253FCC7A}"/>
              </a:ext>
            </a:extLst>
          </p:cNvPr>
          <p:cNvSpPr/>
          <p:nvPr/>
        </p:nvSpPr>
        <p:spPr>
          <a:xfrm>
            <a:off x="10792293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8001936A-1122-49CF-BD4F-091F4E1AA707}"/>
              </a:ext>
            </a:extLst>
          </p:cNvPr>
          <p:cNvCxnSpPr>
            <a:cxnSpLocks/>
            <a:stCxn id="348" idx="0"/>
            <a:endCxn id="350" idx="2"/>
          </p:cNvCxnSpPr>
          <p:nvPr/>
        </p:nvCxnSpPr>
        <p:spPr>
          <a:xfrm flipV="1">
            <a:off x="11354480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文本框 351">
            <a:extLst>
              <a:ext uri="{FF2B5EF4-FFF2-40B4-BE49-F238E27FC236}">
                <a16:creationId xmlns:a16="http://schemas.microsoft.com/office/drawing/2014/main" id="{239C4F78-2AD3-4AE1-A133-30CD38D6D684}"/>
              </a:ext>
            </a:extLst>
          </p:cNvPr>
          <p:cNvSpPr txBox="1"/>
          <p:nvPr/>
        </p:nvSpPr>
        <p:spPr>
          <a:xfrm>
            <a:off x="11420521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3" name="直接箭头连接符 352">
            <a:extLst>
              <a:ext uri="{FF2B5EF4-FFF2-40B4-BE49-F238E27FC236}">
                <a16:creationId xmlns:a16="http://schemas.microsoft.com/office/drawing/2014/main" id="{343B42D1-78DF-4253-8270-5DD0FC8A66C9}"/>
              </a:ext>
            </a:extLst>
          </p:cNvPr>
          <p:cNvCxnSpPr>
            <a:cxnSpLocks/>
            <a:stCxn id="332" idx="3"/>
            <a:endCxn id="346" idx="1"/>
          </p:cNvCxnSpPr>
          <p:nvPr/>
        </p:nvCxnSpPr>
        <p:spPr>
          <a:xfrm>
            <a:off x="10418220" y="3351467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0D028981-0E6B-4F35-BEF7-554ED2BF1532}"/>
              </a:ext>
            </a:extLst>
          </p:cNvPr>
          <p:cNvCxnSpPr>
            <a:cxnSpLocks/>
            <a:stCxn id="329" idx="3"/>
            <a:endCxn id="339" idx="1"/>
          </p:cNvCxnSpPr>
          <p:nvPr/>
        </p:nvCxnSpPr>
        <p:spPr>
          <a:xfrm>
            <a:off x="10418220" y="5286526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/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/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7" name="连接符: 肘形 356">
            <a:extLst>
              <a:ext uri="{FF2B5EF4-FFF2-40B4-BE49-F238E27FC236}">
                <a16:creationId xmlns:a16="http://schemas.microsoft.com/office/drawing/2014/main" id="{83D284C5-9E2E-4747-8A71-786934742B6D}"/>
              </a:ext>
            </a:extLst>
          </p:cNvPr>
          <p:cNvCxnSpPr>
            <a:cxnSpLocks/>
            <a:stCxn id="350" idx="0"/>
            <a:endCxn id="358" idx="2"/>
          </p:cNvCxnSpPr>
          <p:nvPr/>
        </p:nvCxnSpPr>
        <p:spPr>
          <a:xfrm rot="16200000" flipV="1">
            <a:off x="9870414" y="328933"/>
            <a:ext cx="355484" cy="26126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8" name="对象 357">
            <a:extLst>
              <a:ext uri="{FF2B5EF4-FFF2-40B4-BE49-F238E27FC236}">
                <a16:creationId xmlns:a16="http://schemas.microsoft.com/office/drawing/2014/main" id="{36D79B5E-F522-41B1-A13E-55D19D189D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15884" y="989013"/>
          <a:ext cx="4508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" name="Equation" r:id="rId8" imgW="164880" imgH="164880" progId="Equation.DSMT4">
                  <p:embed/>
                </p:oleObj>
              </mc:Choice>
              <mc:Fallback>
                <p:oleObj name="Equation" r:id="rId8" imgW="164880" imgH="164880" progId="Equation.DSMT4">
                  <p:embed/>
                  <p:pic>
                    <p:nvPicPr>
                      <p:cNvPr id="358" name="对象 357">
                        <a:extLst>
                          <a:ext uri="{FF2B5EF4-FFF2-40B4-BE49-F238E27FC236}">
                            <a16:creationId xmlns:a16="http://schemas.microsoft.com/office/drawing/2014/main" id="{36D79B5E-F522-41B1-A13E-55D19D189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15884" y="989013"/>
                        <a:ext cx="450850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4EE02407-496B-44E8-A679-C0DF3DDD8987}"/>
              </a:ext>
            </a:extLst>
          </p:cNvPr>
          <p:cNvCxnSpPr>
            <a:cxnSpLocks/>
            <a:stCxn id="215" idx="0"/>
            <a:endCxn id="358" idx="2"/>
          </p:cNvCxnSpPr>
          <p:nvPr/>
        </p:nvCxnSpPr>
        <p:spPr>
          <a:xfrm rot="5400000" flipH="1" flipV="1">
            <a:off x="7235510" y="309413"/>
            <a:ext cx="358219" cy="26544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连接符: 肘形 359">
            <a:extLst>
              <a:ext uri="{FF2B5EF4-FFF2-40B4-BE49-F238E27FC236}">
                <a16:creationId xmlns:a16="http://schemas.microsoft.com/office/drawing/2014/main" id="{590C02DA-AEC2-45E1-90CB-5786737813D1}"/>
              </a:ext>
            </a:extLst>
          </p:cNvPr>
          <p:cNvCxnSpPr>
            <a:cxnSpLocks/>
            <a:stCxn id="239" idx="0"/>
            <a:endCxn id="358" idx="2"/>
          </p:cNvCxnSpPr>
          <p:nvPr/>
        </p:nvCxnSpPr>
        <p:spPr>
          <a:xfrm rot="16200000" flipV="1">
            <a:off x="8564091" y="1635256"/>
            <a:ext cx="355484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/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mean</m:t>
                      </m:r>
                    </m:oMath>
                  </m:oMathPara>
                </a14:m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文本框 246">
            <a:extLst>
              <a:ext uri="{FF2B5EF4-FFF2-40B4-BE49-F238E27FC236}">
                <a16:creationId xmlns:a16="http://schemas.microsoft.com/office/drawing/2014/main" id="{14538BB4-EDC2-4D80-B8A9-B0740D5B913E}"/>
              </a:ext>
            </a:extLst>
          </p:cNvPr>
          <p:cNvSpPr txBox="1"/>
          <p:nvPr/>
        </p:nvSpPr>
        <p:spPr>
          <a:xfrm>
            <a:off x="-4044" y="1226810"/>
            <a:ext cx="5109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31F20"/>
                </a:solidFill>
                <a:effectLst/>
                <a:latin typeface="FZSSK--GBK1-0"/>
              </a:rPr>
              <a:t>用相同的方法，沿时间步展开</a:t>
            </a:r>
            <a:r>
              <a:rPr lang="en-US" altLang="zh-CN" sz="2400" b="1" dirty="0">
                <a:solidFill>
                  <a:srgbClr val="231F20"/>
                </a:solidFill>
                <a:effectLst/>
                <a:latin typeface="FZSSK--GBK1-0"/>
              </a:rPr>
              <a:t>SNN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84444FEB-EB99-4652-8CD8-0417A8A73263}"/>
              </a:ext>
            </a:extLst>
          </p:cNvPr>
          <p:cNvCxnSpPr>
            <a:cxnSpLocks/>
          </p:cNvCxnSpPr>
          <p:nvPr/>
        </p:nvCxnSpPr>
        <p:spPr>
          <a:xfrm>
            <a:off x="8946512" y="1211908"/>
            <a:ext cx="8166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9" name="对象 248">
            <a:extLst>
              <a:ext uri="{FF2B5EF4-FFF2-40B4-BE49-F238E27FC236}">
                <a16:creationId xmlns:a16="http://schemas.microsoft.com/office/drawing/2014/main" id="{3DE0C9F2-A054-437F-910D-15BC2AFAE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5823" y="974594"/>
          <a:ext cx="416131" cy="48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" name="Equation" r:id="rId11" imgW="152280" imgH="177480" progId="Equation.DSMT4">
                  <p:embed/>
                </p:oleObj>
              </mc:Choice>
              <mc:Fallback>
                <p:oleObj name="Equation" r:id="rId11" imgW="152280" imgH="177480" progId="Equation.DSMT4">
                  <p:embed/>
                  <p:pic>
                    <p:nvPicPr>
                      <p:cNvPr id="249" name="对象 248">
                        <a:extLst>
                          <a:ext uri="{FF2B5EF4-FFF2-40B4-BE49-F238E27FC236}">
                            <a16:creationId xmlns:a16="http://schemas.microsoft.com/office/drawing/2014/main" id="{3DE0C9F2-A054-437F-910D-15BC2AFAEE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25823" y="974594"/>
                        <a:ext cx="416131" cy="485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" name="文本框 249">
            <a:extLst>
              <a:ext uri="{FF2B5EF4-FFF2-40B4-BE49-F238E27FC236}">
                <a16:creationId xmlns:a16="http://schemas.microsoft.com/office/drawing/2014/main" id="{52A8CE9F-6FAF-4E0D-817C-4DB1047CE253}"/>
              </a:ext>
            </a:extLst>
          </p:cNvPr>
          <p:cNvSpPr txBox="1"/>
          <p:nvPr/>
        </p:nvSpPr>
        <p:spPr>
          <a:xfrm>
            <a:off x="53752" y="1936324"/>
            <a:ext cx="1124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求：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7A6A19-E3C8-42F1-826B-D805F5489A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1338" y="1812999"/>
            <a:ext cx="565179" cy="6159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7778B3-2092-4099-B77E-13713C2B51B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2053" y="1774440"/>
            <a:ext cx="552478" cy="6032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A62D8D1-1C3E-4958-9359-8FE0383FFB1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17897" y="1823112"/>
            <a:ext cx="552478" cy="565179"/>
          </a:xfrm>
          <a:prstGeom prst="rect">
            <a:avLst/>
          </a:prstGeom>
        </p:spPr>
      </p:pic>
      <p:sp>
        <p:nvSpPr>
          <p:cNvPr id="251" name="文本框 250">
            <a:extLst>
              <a:ext uri="{FF2B5EF4-FFF2-40B4-BE49-F238E27FC236}">
                <a16:creationId xmlns:a16="http://schemas.microsoft.com/office/drawing/2014/main" id="{C243C9A8-1ED1-4A1F-892A-1A7919A1ECE0}"/>
              </a:ext>
            </a:extLst>
          </p:cNvPr>
          <p:cNvSpPr txBox="1"/>
          <p:nvPr/>
        </p:nvSpPr>
        <p:spPr>
          <a:xfrm>
            <a:off x="92543" y="25658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）找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>的路径：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3445EF-A859-4F31-B35A-FD4DEC5784E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4591" y="2015987"/>
            <a:ext cx="2091566" cy="155192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196FE01-0B46-4267-90C9-78F4BCAA931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56" y="3969342"/>
            <a:ext cx="2925873" cy="21605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A304260-027A-4B06-908D-EBEAAC3A4D2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87980" y="4559750"/>
            <a:ext cx="2549486" cy="9091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C391507-B684-4AC2-A359-4BCAC8663C4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41415" y="6086896"/>
            <a:ext cx="2671121" cy="4893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6C0F564-85CF-4415-95A7-7D4817A38E4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753" y="4462909"/>
            <a:ext cx="1067294" cy="210824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D9CFD13D-07DD-4C49-8786-5DC53F107ACF}"/>
              </a:ext>
            </a:extLst>
          </p:cNvPr>
          <p:cNvSpPr txBox="1"/>
          <p:nvPr/>
        </p:nvSpPr>
        <p:spPr>
          <a:xfrm>
            <a:off x="-6500" y="3675586"/>
            <a:ext cx="21528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把 </a:t>
            </a:r>
            <a:r>
              <a:rPr lang="en-US" altLang="zh-CN" sz="1200" dirty="0"/>
              <a:t>6 </a:t>
            </a:r>
            <a:r>
              <a:rPr lang="zh-CN" altLang="en-US" sz="1200" dirty="0"/>
              <a:t>条路径写成链式形式：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6D1EC36-E905-4120-85E6-DAC43BBFAFF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01442" y="4351497"/>
            <a:ext cx="1067294" cy="20825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CE01548-8B17-4811-ADE2-35188E17003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32133" y="5866499"/>
            <a:ext cx="1076299" cy="19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39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694990BA-5164-410C-8B72-F8A85C99666A}"/>
              </a:ext>
            </a:extLst>
          </p:cNvPr>
          <p:cNvCxnSpPr>
            <a:cxnSpLocks/>
            <a:stCxn id="191" idx="0"/>
            <a:endCxn id="193" idx="2"/>
          </p:cNvCxnSpPr>
          <p:nvPr/>
        </p:nvCxnSpPr>
        <p:spPr>
          <a:xfrm flipV="1">
            <a:off x="6087408" y="6106006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B011620E-3D34-41D8-A92B-DC6F7393283A}"/>
              </a:ext>
            </a:extLst>
          </p:cNvPr>
          <p:cNvSpPr/>
          <p:nvPr/>
        </p:nvSpPr>
        <p:spPr>
          <a:xfrm>
            <a:off x="5525221" y="6410823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C09888B9-F53A-4723-B3C2-0D2F23F6FFD8}"/>
              </a:ext>
            </a:extLst>
          </p:cNvPr>
          <p:cNvSpPr/>
          <p:nvPr/>
        </p:nvSpPr>
        <p:spPr>
          <a:xfrm>
            <a:off x="5525221" y="5700030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E24DFB34-F89B-4BB8-8015-B91F7F67C3AF}"/>
              </a:ext>
            </a:extLst>
          </p:cNvPr>
          <p:cNvSpPr txBox="1"/>
          <p:nvPr/>
        </p:nvSpPr>
        <p:spPr>
          <a:xfrm>
            <a:off x="6161065" y="60669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E0596FF2-3FEC-457C-86FA-6440AEA2358A}"/>
              </a:ext>
            </a:extLst>
          </p:cNvPr>
          <p:cNvSpPr/>
          <p:nvPr/>
        </p:nvSpPr>
        <p:spPr>
          <a:xfrm>
            <a:off x="5525220" y="508017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51F4800A-DDAC-4273-B2EC-727E73FBABB0}"/>
              </a:ext>
            </a:extLst>
          </p:cNvPr>
          <p:cNvCxnSpPr>
            <a:cxnSpLocks/>
            <a:stCxn id="193" idx="0"/>
            <a:endCxn id="195" idx="2"/>
          </p:cNvCxnSpPr>
          <p:nvPr/>
        </p:nvCxnSpPr>
        <p:spPr>
          <a:xfrm flipH="1" flipV="1">
            <a:off x="6087407" y="5498345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DFC1C0A6-9F29-4DF1-BC42-F31C23935104}"/>
              </a:ext>
            </a:extLst>
          </p:cNvPr>
          <p:cNvSpPr/>
          <p:nvPr/>
        </p:nvSpPr>
        <p:spPr>
          <a:xfrm>
            <a:off x="5525220" y="4471289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25583170-B1DC-4C7E-BC84-2E9C70A36E8A}"/>
              </a:ext>
            </a:extLst>
          </p:cNvPr>
          <p:cNvCxnSpPr>
            <a:cxnSpLocks/>
            <a:stCxn id="195" idx="0"/>
            <a:endCxn id="200" idx="2"/>
          </p:cNvCxnSpPr>
          <p:nvPr/>
        </p:nvCxnSpPr>
        <p:spPr>
          <a:xfrm flipV="1">
            <a:off x="6087407" y="4889457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C3EAB769-A19A-4C8D-9EC1-0827F2182181}"/>
              </a:ext>
            </a:extLst>
          </p:cNvPr>
          <p:cNvSpPr/>
          <p:nvPr/>
        </p:nvSpPr>
        <p:spPr>
          <a:xfrm>
            <a:off x="5525222" y="376370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84EC7D5A-1CC1-4913-BCF9-747186287957}"/>
              </a:ext>
            </a:extLst>
          </p:cNvPr>
          <p:cNvCxnSpPr>
            <a:cxnSpLocks/>
            <a:stCxn id="200" idx="0"/>
            <a:endCxn id="203" idx="2"/>
          </p:cNvCxnSpPr>
          <p:nvPr/>
        </p:nvCxnSpPr>
        <p:spPr>
          <a:xfrm flipV="1">
            <a:off x="6087407" y="4169685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>
            <a:extLst>
              <a:ext uri="{FF2B5EF4-FFF2-40B4-BE49-F238E27FC236}">
                <a16:creationId xmlns:a16="http://schemas.microsoft.com/office/drawing/2014/main" id="{07FD844F-C6E6-4119-9062-90A4A561EC15}"/>
              </a:ext>
            </a:extLst>
          </p:cNvPr>
          <p:cNvSpPr txBox="1"/>
          <p:nvPr/>
        </p:nvSpPr>
        <p:spPr>
          <a:xfrm>
            <a:off x="6161066" y="412651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0B60A452-9DF4-4B29-BE63-CC3A2088ECE4}"/>
              </a:ext>
            </a:extLst>
          </p:cNvPr>
          <p:cNvSpPr/>
          <p:nvPr/>
        </p:nvSpPr>
        <p:spPr>
          <a:xfrm>
            <a:off x="5525220" y="3145118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F2EB8D06-7616-4FBA-894A-B860DC660689}"/>
              </a:ext>
            </a:extLst>
          </p:cNvPr>
          <p:cNvCxnSpPr>
            <a:cxnSpLocks/>
            <a:stCxn id="203" idx="0"/>
            <a:endCxn id="210" idx="2"/>
          </p:cNvCxnSpPr>
          <p:nvPr/>
        </p:nvCxnSpPr>
        <p:spPr>
          <a:xfrm flipH="1" flipV="1">
            <a:off x="6087407" y="3563286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F2676AFE-80F4-455A-8DDB-865237BE3AEB}"/>
              </a:ext>
            </a:extLst>
          </p:cNvPr>
          <p:cNvSpPr/>
          <p:nvPr/>
        </p:nvSpPr>
        <p:spPr>
          <a:xfrm>
            <a:off x="5525220" y="252652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E152EB85-EB56-447B-AF50-29D6D3D6045C}"/>
              </a:ext>
            </a:extLst>
          </p:cNvPr>
          <p:cNvCxnSpPr>
            <a:cxnSpLocks/>
            <a:stCxn id="210" idx="0"/>
            <a:endCxn id="213" idx="2"/>
          </p:cNvCxnSpPr>
          <p:nvPr/>
        </p:nvCxnSpPr>
        <p:spPr>
          <a:xfrm flipV="1">
            <a:off x="6087407" y="2944695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87CFD3A6-5884-498D-BB43-20C03064B981}"/>
              </a:ext>
            </a:extLst>
          </p:cNvPr>
          <p:cNvSpPr/>
          <p:nvPr/>
        </p:nvSpPr>
        <p:spPr>
          <a:xfrm>
            <a:off x="5525220" y="181573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4BE3EAB3-83DA-4D08-BBB4-4F988F23745E}"/>
              </a:ext>
            </a:extLst>
          </p:cNvPr>
          <p:cNvCxnSpPr>
            <a:cxnSpLocks/>
            <a:stCxn id="213" idx="0"/>
            <a:endCxn id="215" idx="2"/>
          </p:cNvCxnSpPr>
          <p:nvPr/>
        </p:nvCxnSpPr>
        <p:spPr>
          <a:xfrm flipV="1">
            <a:off x="6087407" y="2221710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文本框 216">
            <a:extLst>
              <a:ext uri="{FF2B5EF4-FFF2-40B4-BE49-F238E27FC236}">
                <a16:creationId xmlns:a16="http://schemas.microsoft.com/office/drawing/2014/main" id="{2E0E23A0-0F3C-4D1D-B788-1A147D601379}"/>
              </a:ext>
            </a:extLst>
          </p:cNvPr>
          <p:cNvSpPr txBox="1"/>
          <p:nvPr/>
        </p:nvSpPr>
        <p:spPr>
          <a:xfrm>
            <a:off x="6153448" y="2180781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0F6A4ACC-3E23-451A-BEE2-516BE284310D}"/>
              </a:ext>
            </a:extLst>
          </p:cNvPr>
          <p:cNvSpPr/>
          <p:nvPr/>
        </p:nvSpPr>
        <p:spPr>
          <a:xfrm>
            <a:off x="6961370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9CDE68AE-4DCE-4BD5-9D74-613067030191}"/>
              </a:ext>
            </a:extLst>
          </p:cNvPr>
          <p:cNvCxnSpPr>
            <a:cxnSpLocks/>
            <a:stCxn id="195" idx="3"/>
            <a:endCxn id="218" idx="1"/>
          </p:cNvCxnSpPr>
          <p:nvPr/>
        </p:nvCxnSpPr>
        <p:spPr>
          <a:xfrm flipV="1">
            <a:off x="6649593" y="5286526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CD675334-BA4B-4957-B192-4D400B68F9BE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6649593" y="4680373"/>
            <a:ext cx="311777" cy="394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BC72C6ED-4690-46D4-8D47-C027A1BC4A66}"/>
              </a:ext>
            </a:extLst>
          </p:cNvPr>
          <p:cNvSpPr/>
          <p:nvPr/>
        </p:nvSpPr>
        <p:spPr>
          <a:xfrm>
            <a:off x="6961370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093C311E-418A-432A-8397-572E8BC38E65}"/>
              </a:ext>
            </a:extLst>
          </p:cNvPr>
          <p:cNvCxnSpPr>
            <a:cxnSpLocks/>
            <a:stCxn id="210" idx="3"/>
            <a:endCxn id="221" idx="1"/>
          </p:cNvCxnSpPr>
          <p:nvPr/>
        </p:nvCxnSpPr>
        <p:spPr>
          <a:xfrm flipV="1">
            <a:off x="6649593" y="3351467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18502A18-56B1-4DAA-9DFA-FB13EBF685B9}"/>
              </a:ext>
            </a:extLst>
          </p:cNvPr>
          <p:cNvCxnSpPr>
            <a:cxnSpLocks/>
            <a:stCxn id="213" idx="3"/>
          </p:cNvCxnSpPr>
          <p:nvPr/>
        </p:nvCxnSpPr>
        <p:spPr>
          <a:xfrm>
            <a:off x="6649593" y="2735611"/>
            <a:ext cx="311777" cy="4013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0B371F6A-4C2C-4AEB-A61A-178607D049D9}"/>
              </a:ext>
            </a:extLst>
          </p:cNvPr>
          <p:cNvCxnSpPr>
            <a:cxnSpLocks/>
            <a:stCxn id="225" idx="0"/>
            <a:endCxn id="226" idx="2"/>
          </p:cNvCxnSpPr>
          <p:nvPr/>
        </p:nvCxnSpPr>
        <p:spPr>
          <a:xfrm flipV="1">
            <a:off x="8741835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686A9A96-B68F-40D5-8165-B5FF607C5EFD}"/>
              </a:ext>
            </a:extLst>
          </p:cNvPr>
          <p:cNvSpPr/>
          <p:nvPr/>
        </p:nvSpPr>
        <p:spPr>
          <a:xfrm>
            <a:off x="8179648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8E3B0FFD-10B6-4A16-B0E3-4332F9288C3D}"/>
              </a:ext>
            </a:extLst>
          </p:cNvPr>
          <p:cNvSpPr/>
          <p:nvPr/>
        </p:nvSpPr>
        <p:spPr>
          <a:xfrm>
            <a:off x="8179648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D7C10F63-8192-48AE-8A67-656FE0AD6E4E}"/>
              </a:ext>
            </a:extLst>
          </p:cNvPr>
          <p:cNvSpPr txBox="1"/>
          <p:nvPr/>
        </p:nvSpPr>
        <p:spPr>
          <a:xfrm>
            <a:off x="8815492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B7445C73-A6A0-4174-A048-1C6334839FD9}"/>
              </a:ext>
            </a:extLst>
          </p:cNvPr>
          <p:cNvSpPr/>
          <p:nvPr/>
        </p:nvSpPr>
        <p:spPr>
          <a:xfrm>
            <a:off x="8179647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10A7E39D-2906-4168-A6CB-072AD86C9B43}"/>
              </a:ext>
            </a:extLst>
          </p:cNvPr>
          <p:cNvCxnSpPr>
            <a:cxnSpLocks/>
            <a:stCxn id="226" idx="0"/>
            <a:endCxn id="228" idx="2"/>
          </p:cNvCxnSpPr>
          <p:nvPr/>
        </p:nvCxnSpPr>
        <p:spPr>
          <a:xfrm flipH="1" flipV="1">
            <a:off x="8741834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E085DD0B-F283-449D-80BE-F6E449663CBA}"/>
              </a:ext>
            </a:extLst>
          </p:cNvPr>
          <p:cNvSpPr/>
          <p:nvPr/>
        </p:nvSpPr>
        <p:spPr>
          <a:xfrm>
            <a:off x="8179647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C24CCCEC-3104-449C-A4BD-84F598AE18E3}"/>
              </a:ext>
            </a:extLst>
          </p:cNvPr>
          <p:cNvCxnSpPr>
            <a:cxnSpLocks/>
            <a:stCxn id="228" idx="0"/>
            <a:endCxn id="230" idx="2"/>
          </p:cNvCxnSpPr>
          <p:nvPr/>
        </p:nvCxnSpPr>
        <p:spPr>
          <a:xfrm flipV="1">
            <a:off x="8741834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A4222427-DF7C-4E89-A7DA-84A9B0C2E362}"/>
              </a:ext>
            </a:extLst>
          </p:cNvPr>
          <p:cNvSpPr/>
          <p:nvPr/>
        </p:nvSpPr>
        <p:spPr>
          <a:xfrm>
            <a:off x="8179649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72CFBE42-7EAF-4463-921A-E75CA4AD093F}"/>
              </a:ext>
            </a:extLst>
          </p:cNvPr>
          <p:cNvCxnSpPr>
            <a:cxnSpLocks/>
            <a:stCxn id="230" idx="0"/>
            <a:endCxn id="232" idx="2"/>
          </p:cNvCxnSpPr>
          <p:nvPr/>
        </p:nvCxnSpPr>
        <p:spPr>
          <a:xfrm flipV="1">
            <a:off x="8741834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文本框 233">
            <a:extLst>
              <a:ext uri="{FF2B5EF4-FFF2-40B4-BE49-F238E27FC236}">
                <a16:creationId xmlns:a16="http://schemas.microsoft.com/office/drawing/2014/main" id="{EDBBB39B-55E1-462B-8DD4-88BEB7B04922}"/>
              </a:ext>
            </a:extLst>
          </p:cNvPr>
          <p:cNvSpPr txBox="1"/>
          <p:nvPr/>
        </p:nvSpPr>
        <p:spPr>
          <a:xfrm>
            <a:off x="8815493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91E47446-5BB4-43BC-8FC1-1447D846AAE5}"/>
              </a:ext>
            </a:extLst>
          </p:cNvPr>
          <p:cNvSpPr/>
          <p:nvPr/>
        </p:nvSpPr>
        <p:spPr>
          <a:xfrm>
            <a:off x="8179647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4B806AB2-BDB1-4AA2-8453-B35ED430B34F}"/>
              </a:ext>
            </a:extLst>
          </p:cNvPr>
          <p:cNvCxnSpPr>
            <a:cxnSpLocks/>
            <a:stCxn id="232" idx="0"/>
            <a:endCxn id="235" idx="2"/>
          </p:cNvCxnSpPr>
          <p:nvPr/>
        </p:nvCxnSpPr>
        <p:spPr>
          <a:xfrm flipH="1" flipV="1">
            <a:off x="8741834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68DE2C98-D9C3-4117-92EA-1331FE900F97}"/>
              </a:ext>
            </a:extLst>
          </p:cNvPr>
          <p:cNvSpPr/>
          <p:nvPr/>
        </p:nvSpPr>
        <p:spPr>
          <a:xfrm>
            <a:off x="8179647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582F5879-FF64-46A0-A67F-3AF89610B37E}"/>
              </a:ext>
            </a:extLst>
          </p:cNvPr>
          <p:cNvCxnSpPr>
            <a:cxnSpLocks/>
            <a:stCxn id="235" idx="0"/>
            <a:endCxn id="237" idx="2"/>
          </p:cNvCxnSpPr>
          <p:nvPr/>
        </p:nvCxnSpPr>
        <p:spPr>
          <a:xfrm flipV="1">
            <a:off x="8741834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763F6BD8-08E3-4768-9975-510E201AC84D}"/>
              </a:ext>
            </a:extLst>
          </p:cNvPr>
          <p:cNvSpPr/>
          <p:nvPr/>
        </p:nvSpPr>
        <p:spPr>
          <a:xfrm>
            <a:off x="8179647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69AC3677-2BBA-4BE0-8B7B-045909C16FDC}"/>
              </a:ext>
            </a:extLst>
          </p:cNvPr>
          <p:cNvCxnSpPr>
            <a:cxnSpLocks/>
            <a:stCxn id="237" idx="0"/>
            <a:endCxn id="239" idx="2"/>
          </p:cNvCxnSpPr>
          <p:nvPr/>
        </p:nvCxnSpPr>
        <p:spPr>
          <a:xfrm flipV="1">
            <a:off x="8741834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989FDFF6-FEC6-4EBD-B3D8-7B1268A1C51E}"/>
              </a:ext>
            </a:extLst>
          </p:cNvPr>
          <p:cNvSpPr txBox="1"/>
          <p:nvPr/>
        </p:nvSpPr>
        <p:spPr>
          <a:xfrm>
            <a:off x="8807875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DAA135D4-86BF-4114-9149-493E976BAD89}"/>
              </a:ext>
            </a:extLst>
          </p:cNvPr>
          <p:cNvCxnSpPr>
            <a:cxnSpLocks/>
            <a:stCxn id="221" idx="3"/>
            <a:endCxn id="235" idx="1"/>
          </p:cNvCxnSpPr>
          <p:nvPr/>
        </p:nvCxnSpPr>
        <p:spPr>
          <a:xfrm>
            <a:off x="7763794" y="3351467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箭头连接符 305">
            <a:extLst>
              <a:ext uri="{FF2B5EF4-FFF2-40B4-BE49-F238E27FC236}">
                <a16:creationId xmlns:a16="http://schemas.microsoft.com/office/drawing/2014/main" id="{263A2234-A12E-4724-9F4C-D9BE051D5772}"/>
              </a:ext>
            </a:extLst>
          </p:cNvPr>
          <p:cNvCxnSpPr>
            <a:cxnSpLocks/>
            <a:stCxn id="218" idx="3"/>
            <a:endCxn id="228" idx="1"/>
          </p:cNvCxnSpPr>
          <p:nvPr/>
        </p:nvCxnSpPr>
        <p:spPr>
          <a:xfrm>
            <a:off x="7763794" y="5286526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/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/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5D74B986-00A0-41B5-8635-379DE939545A}"/>
              </a:ext>
            </a:extLst>
          </p:cNvPr>
          <p:cNvSpPr/>
          <p:nvPr/>
        </p:nvSpPr>
        <p:spPr>
          <a:xfrm>
            <a:off x="9615796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直接箭头连接符 329">
            <a:extLst>
              <a:ext uri="{FF2B5EF4-FFF2-40B4-BE49-F238E27FC236}">
                <a16:creationId xmlns:a16="http://schemas.microsoft.com/office/drawing/2014/main" id="{59445FEE-8644-4606-81B3-40ACD886B35A}"/>
              </a:ext>
            </a:extLst>
          </p:cNvPr>
          <p:cNvCxnSpPr>
            <a:cxnSpLocks/>
            <a:stCxn id="228" idx="3"/>
            <a:endCxn id="329" idx="1"/>
          </p:cNvCxnSpPr>
          <p:nvPr/>
        </p:nvCxnSpPr>
        <p:spPr>
          <a:xfrm>
            <a:off x="9304020" y="5286526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箭头连接符 330">
            <a:extLst>
              <a:ext uri="{FF2B5EF4-FFF2-40B4-BE49-F238E27FC236}">
                <a16:creationId xmlns:a16="http://schemas.microsoft.com/office/drawing/2014/main" id="{C44B3F0D-A9C9-4EAC-A49C-4FF3D43BE9F9}"/>
              </a:ext>
            </a:extLst>
          </p:cNvPr>
          <p:cNvCxnSpPr>
            <a:cxnSpLocks/>
            <a:stCxn id="230" idx="3"/>
          </p:cNvCxnSpPr>
          <p:nvPr/>
        </p:nvCxnSpPr>
        <p:spPr>
          <a:xfrm>
            <a:off x="9304020" y="4677638"/>
            <a:ext cx="327828" cy="4162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矩形: 圆角 331">
            <a:extLst>
              <a:ext uri="{FF2B5EF4-FFF2-40B4-BE49-F238E27FC236}">
                <a16:creationId xmlns:a16="http://schemas.microsoft.com/office/drawing/2014/main" id="{C665C905-A462-4542-AD00-D6ECF5095FCC}"/>
              </a:ext>
            </a:extLst>
          </p:cNvPr>
          <p:cNvSpPr/>
          <p:nvPr/>
        </p:nvSpPr>
        <p:spPr>
          <a:xfrm>
            <a:off x="9615796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4D305F1A-FBE8-4792-9627-BA87AF98A39A}"/>
              </a:ext>
            </a:extLst>
          </p:cNvPr>
          <p:cNvCxnSpPr>
            <a:cxnSpLocks/>
            <a:stCxn id="235" idx="3"/>
            <a:endCxn id="332" idx="1"/>
          </p:cNvCxnSpPr>
          <p:nvPr/>
        </p:nvCxnSpPr>
        <p:spPr>
          <a:xfrm>
            <a:off x="9304020" y="3351467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157EC397-7B04-47F2-A1C2-6042D8F18C69}"/>
              </a:ext>
            </a:extLst>
          </p:cNvPr>
          <p:cNvCxnSpPr>
            <a:cxnSpLocks/>
            <a:stCxn id="237" idx="3"/>
          </p:cNvCxnSpPr>
          <p:nvPr/>
        </p:nvCxnSpPr>
        <p:spPr>
          <a:xfrm>
            <a:off x="9304020" y="2732876"/>
            <a:ext cx="327828" cy="3998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EACB86D3-08DC-4D7F-8ADB-AD0CBB036631}"/>
              </a:ext>
            </a:extLst>
          </p:cNvPr>
          <p:cNvCxnSpPr>
            <a:cxnSpLocks/>
            <a:stCxn id="336" idx="0"/>
            <a:endCxn id="337" idx="2"/>
          </p:cNvCxnSpPr>
          <p:nvPr/>
        </p:nvCxnSpPr>
        <p:spPr>
          <a:xfrm flipV="1">
            <a:off x="11354481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4F13FBC8-385B-413C-B7DA-EB0D5830EE5C}"/>
              </a:ext>
            </a:extLst>
          </p:cNvPr>
          <p:cNvSpPr/>
          <p:nvPr/>
        </p:nvSpPr>
        <p:spPr>
          <a:xfrm>
            <a:off x="10792294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E46C2BF5-2288-4F78-AC9A-22904673054E}"/>
              </a:ext>
            </a:extLst>
          </p:cNvPr>
          <p:cNvSpPr/>
          <p:nvPr/>
        </p:nvSpPr>
        <p:spPr>
          <a:xfrm>
            <a:off x="10792294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426ACC76-A9FC-4D03-AFA0-C72EA7A58AA7}"/>
              </a:ext>
            </a:extLst>
          </p:cNvPr>
          <p:cNvSpPr txBox="1"/>
          <p:nvPr/>
        </p:nvSpPr>
        <p:spPr>
          <a:xfrm>
            <a:off x="11428138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BE82A6FC-14CD-4D64-B744-E7AC3FB82336}"/>
              </a:ext>
            </a:extLst>
          </p:cNvPr>
          <p:cNvSpPr/>
          <p:nvPr/>
        </p:nvSpPr>
        <p:spPr>
          <a:xfrm>
            <a:off x="10792293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0" name="直接箭头连接符 339">
            <a:extLst>
              <a:ext uri="{FF2B5EF4-FFF2-40B4-BE49-F238E27FC236}">
                <a16:creationId xmlns:a16="http://schemas.microsoft.com/office/drawing/2014/main" id="{DE848A94-0F95-4CC6-A2C2-9330CCA0B624}"/>
              </a:ext>
            </a:extLst>
          </p:cNvPr>
          <p:cNvCxnSpPr>
            <a:cxnSpLocks/>
            <a:stCxn id="337" idx="0"/>
            <a:endCxn id="339" idx="2"/>
          </p:cNvCxnSpPr>
          <p:nvPr/>
        </p:nvCxnSpPr>
        <p:spPr>
          <a:xfrm flipH="1" flipV="1">
            <a:off x="11354480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矩形: 圆角 340">
            <a:extLst>
              <a:ext uri="{FF2B5EF4-FFF2-40B4-BE49-F238E27FC236}">
                <a16:creationId xmlns:a16="http://schemas.microsoft.com/office/drawing/2014/main" id="{E1224239-9395-484A-9B81-8C667CF29DCE}"/>
              </a:ext>
            </a:extLst>
          </p:cNvPr>
          <p:cNvSpPr/>
          <p:nvPr/>
        </p:nvSpPr>
        <p:spPr>
          <a:xfrm>
            <a:off x="10792293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2" name="直接箭头连接符 341">
            <a:extLst>
              <a:ext uri="{FF2B5EF4-FFF2-40B4-BE49-F238E27FC236}">
                <a16:creationId xmlns:a16="http://schemas.microsoft.com/office/drawing/2014/main" id="{40FD8126-0450-4323-8651-ED792A4A8AC3}"/>
              </a:ext>
            </a:extLst>
          </p:cNvPr>
          <p:cNvCxnSpPr>
            <a:cxnSpLocks/>
            <a:stCxn id="339" idx="0"/>
            <a:endCxn id="341" idx="2"/>
          </p:cNvCxnSpPr>
          <p:nvPr/>
        </p:nvCxnSpPr>
        <p:spPr>
          <a:xfrm flipV="1">
            <a:off x="11354480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矩形: 圆角 342">
            <a:extLst>
              <a:ext uri="{FF2B5EF4-FFF2-40B4-BE49-F238E27FC236}">
                <a16:creationId xmlns:a16="http://schemas.microsoft.com/office/drawing/2014/main" id="{4D368192-164F-46C0-9E3F-25C6D3E1C4F9}"/>
              </a:ext>
            </a:extLst>
          </p:cNvPr>
          <p:cNvSpPr/>
          <p:nvPr/>
        </p:nvSpPr>
        <p:spPr>
          <a:xfrm>
            <a:off x="10792295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4" name="直接箭头连接符 343">
            <a:extLst>
              <a:ext uri="{FF2B5EF4-FFF2-40B4-BE49-F238E27FC236}">
                <a16:creationId xmlns:a16="http://schemas.microsoft.com/office/drawing/2014/main" id="{BE821C49-C982-4292-BBF0-CA6D3BD6F778}"/>
              </a:ext>
            </a:extLst>
          </p:cNvPr>
          <p:cNvCxnSpPr>
            <a:cxnSpLocks/>
            <a:stCxn id="341" idx="0"/>
            <a:endCxn id="343" idx="2"/>
          </p:cNvCxnSpPr>
          <p:nvPr/>
        </p:nvCxnSpPr>
        <p:spPr>
          <a:xfrm flipV="1">
            <a:off x="11354480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文本框 344">
            <a:extLst>
              <a:ext uri="{FF2B5EF4-FFF2-40B4-BE49-F238E27FC236}">
                <a16:creationId xmlns:a16="http://schemas.microsoft.com/office/drawing/2014/main" id="{B2B9CB58-AE04-4263-AE1B-9A00F2B22419}"/>
              </a:ext>
            </a:extLst>
          </p:cNvPr>
          <p:cNvSpPr txBox="1"/>
          <p:nvPr/>
        </p:nvSpPr>
        <p:spPr>
          <a:xfrm>
            <a:off x="11428139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矩形: 圆角 345">
            <a:extLst>
              <a:ext uri="{FF2B5EF4-FFF2-40B4-BE49-F238E27FC236}">
                <a16:creationId xmlns:a16="http://schemas.microsoft.com/office/drawing/2014/main" id="{541164E9-B791-4EBA-9D17-E0A8F6E1F517}"/>
              </a:ext>
            </a:extLst>
          </p:cNvPr>
          <p:cNvSpPr/>
          <p:nvPr/>
        </p:nvSpPr>
        <p:spPr>
          <a:xfrm>
            <a:off x="10792293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7" name="直接箭头连接符 346">
            <a:extLst>
              <a:ext uri="{FF2B5EF4-FFF2-40B4-BE49-F238E27FC236}">
                <a16:creationId xmlns:a16="http://schemas.microsoft.com/office/drawing/2014/main" id="{D3C3A193-03DD-4239-B047-107A5EF2BB63}"/>
              </a:ext>
            </a:extLst>
          </p:cNvPr>
          <p:cNvCxnSpPr>
            <a:cxnSpLocks/>
            <a:stCxn id="343" idx="0"/>
            <a:endCxn id="346" idx="2"/>
          </p:cNvCxnSpPr>
          <p:nvPr/>
        </p:nvCxnSpPr>
        <p:spPr>
          <a:xfrm flipH="1" flipV="1">
            <a:off x="11354480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矩形: 圆角 347">
            <a:extLst>
              <a:ext uri="{FF2B5EF4-FFF2-40B4-BE49-F238E27FC236}">
                <a16:creationId xmlns:a16="http://schemas.microsoft.com/office/drawing/2014/main" id="{AD032642-FFC2-48B0-8BB0-AAA44FAA9EC1}"/>
              </a:ext>
            </a:extLst>
          </p:cNvPr>
          <p:cNvSpPr/>
          <p:nvPr/>
        </p:nvSpPr>
        <p:spPr>
          <a:xfrm>
            <a:off x="10792293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378094C6-8AA6-4BAD-9747-792CEF48AB7E}"/>
              </a:ext>
            </a:extLst>
          </p:cNvPr>
          <p:cNvCxnSpPr>
            <a:cxnSpLocks/>
            <a:stCxn id="346" idx="0"/>
            <a:endCxn id="348" idx="2"/>
          </p:cNvCxnSpPr>
          <p:nvPr/>
        </p:nvCxnSpPr>
        <p:spPr>
          <a:xfrm flipV="1">
            <a:off x="11354480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A3F436DB-32FF-41BA-A8B7-90D4253FCC7A}"/>
              </a:ext>
            </a:extLst>
          </p:cNvPr>
          <p:cNvSpPr/>
          <p:nvPr/>
        </p:nvSpPr>
        <p:spPr>
          <a:xfrm>
            <a:off x="10792293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8001936A-1122-49CF-BD4F-091F4E1AA707}"/>
              </a:ext>
            </a:extLst>
          </p:cNvPr>
          <p:cNvCxnSpPr>
            <a:cxnSpLocks/>
            <a:stCxn id="348" idx="0"/>
            <a:endCxn id="350" idx="2"/>
          </p:cNvCxnSpPr>
          <p:nvPr/>
        </p:nvCxnSpPr>
        <p:spPr>
          <a:xfrm flipV="1">
            <a:off x="11354480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文本框 351">
            <a:extLst>
              <a:ext uri="{FF2B5EF4-FFF2-40B4-BE49-F238E27FC236}">
                <a16:creationId xmlns:a16="http://schemas.microsoft.com/office/drawing/2014/main" id="{239C4F78-2AD3-4AE1-A133-30CD38D6D684}"/>
              </a:ext>
            </a:extLst>
          </p:cNvPr>
          <p:cNvSpPr txBox="1"/>
          <p:nvPr/>
        </p:nvSpPr>
        <p:spPr>
          <a:xfrm>
            <a:off x="11420521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3" name="直接箭头连接符 352">
            <a:extLst>
              <a:ext uri="{FF2B5EF4-FFF2-40B4-BE49-F238E27FC236}">
                <a16:creationId xmlns:a16="http://schemas.microsoft.com/office/drawing/2014/main" id="{343B42D1-78DF-4253-8270-5DD0FC8A66C9}"/>
              </a:ext>
            </a:extLst>
          </p:cNvPr>
          <p:cNvCxnSpPr>
            <a:cxnSpLocks/>
            <a:stCxn id="332" idx="3"/>
            <a:endCxn id="346" idx="1"/>
          </p:cNvCxnSpPr>
          <p:nvPr/>
        </p:nvCxnSpPr>
        <p:spPr>
          <a:xfrm>
            <a:off x="10418220" y="3351467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0D028981-0E6B-4F35-BEF7-554ED2BF1532}"/>
              </a:ext>
            </a:extLst>
          </p:cNvPr>
          <p:cNvCxnSpPr>
            <a:cxnSpLocks/>
            <a:stCxn id="329" idx="3"/>
            <a:endCxn id="339" idx="1"/>
          </p:cNvCxnSpPr>
          <p:nvPr/>
        </p:nvCxnSpPr>
        <p:spPr>
          <a:xfrm>
            <a:off x="10418220" y="5286526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/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/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7" name="连接符: 肘形 356">
            <a:extLst>
              <a:ext uri="{FF2B5EF4-FFF2-40B4-BE49-F238E27FC236}">
                <a16:creationId xmlns:a16="http://schemas.microsoft.com/office/drawing/2014/main" id="{83D284C5-9E2E-4747-8A71-786934742B6D}"/>
              </a:ext>
            </a:extLst>
          </p:cNvPr>
          <p:cNvCxnSpPr>
            <a:cxnSpLocks/>
            <a:stCxn id="350" idx="0"/>
            <a:endCxn id="358" idx="2"/>
          </p:cNvCxnSpPr>
          <p:nvPr/>
        </p:nvCxnSpPr>
        <p:spPr>
          <a:xfrm rot="16200000" flipV="1">
            <a:off x="9870414" y="328933"/>
            <a:ext cx="355484" cy="26126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8" name="对象 357">
            <a:extLst>
              <a:ext uri="{FF2B5EF4-FFF2-40B4-BE49-F238E27FC236}">
                <a16:creationId xmlns:a16="http://schemas.microsoft.com/office/drawing/2014/main" id="{36D79B5E-F522-41B1-A13E-55D19D189D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15884" y="989013"/>
          <a:ext cx="4508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4" name="Equation" r:id="rId8" imgW="164880" imgH="164880" progId="Equation.DSMT4">
                  <p:embed/>
                </p:oleObj>
              </mc:Choice>
              <mc:Fallback>
                <p:oleObj name="Equation" r:id="rId8" imgW="164880" imgH="164880" progId="Equation.DSMT4">
                  <p:embed/>
                  <p:pic>
                    <p:nvPicPr>
                      <p:cNvPr id="358" name="对象 357">
                        <a:extLst>
                          <a:ext uri="{FF2B5EF4-FFF2-40B4-BE49-F238E27FC236}">
                            <a16:creationId xmlns:a16="http://schemas.microsoft.com/office/drawing/2014/main" id="{36D79B5E-F522-41B1-A13E-55D19D189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15884" y="989013"/>
                        <a:ext cx="450850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4EE02407-496B-44E8-A679-C0DF3DDD8987}"/>
              </a:ext>
            </a:extLst>
          </p:cNvPr>
          <p:cNvCxnSpPr>
            <a:cxnSpLocks/>
            <a:stCxn id="215" idx="0"/>
            <a:endCxn id="358" idx="2"/>
          </p:cNvCxnSpPr>
          <p:nvPr/>
        </p:nvCxnSpPr>
        <p:spPr>
          <a:xfrm rot="5400000" flipH="1" flipV="1">
            <a:off x="7235510" y="309413"/>
            <a:ext cx="358219" cy="26544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连接符: 肘形 359">
            <a:extLst>
              <a:ext uri="{FF2B5EF4-FFF2-40B4-BE49-F238E27FC236}">
                <a16:creationId xmlns:a16="http://schemas.microsoft.com/office/drawing/2014/main" id="{590C02DA-AEC2-45E1-90CB-5786737813D1}"/>
              </a:ext>
            </a:extLst>
          </p:cNvPr>
          <p:cNvCxnSpPr>
            <a:cxnSpLocks/>
            <a:stCxn id="239" idx="0"/>
            <a:endCxn id="358" idx="2"/>
          </p:cNvCxnSpPr>
          <p:nvPr/>
        </p:nvCxnSpPr>
        <p:spPr>
          <a:xfrm rot="16200000" flipV="1">
            <a:off x="8564091" y="1635256"/>
            <a:ext cx="355484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/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mean</m:t>
                      </m:r>
                    </m:oMath>
                  </m:oMathPara>
                </a14:m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文本框 246">
            <a:extLst>
              <a:ext uri="{FF2B5EF4-FFF2-40B4-BE49-F238E27FC236}">
                <a16:creationId xmlns:a16="http://schemas.microsoft.com/office/drawing/2014/main" id="{14538BB4-EDC2-4D80-B8A9-B0740D5B913E}"/>
              </a:ext>
            </a:extLst>
          </p:cNvPr>
          <p:cNvSpPr txBox="1"/>
          <p:nvPr/>
        </p:nvSpPr>
        <p:spPr>
          <a:xfrm>
            <a:off x="-4044" y="1226810"/>
            <a:ext cx="5109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31F20"/>
                </a:solidFill>
                <a:effectLst/>
                <a:latin typeface="FZSSK--GBK1-0"/>
              </a:rPr>
              <a:t>用相同的方法，沿时间步展开</a:t>
            </a:r>
            <a:r>
              <a:rPr lang="en-US" altLang="zh-CN" sz="2400" b="1" dirty="0">
                <a:solidFill>
                  <a:srgbClr val="231F20"/>
                </a:solidFill>
                <a:effectLst/>
                <a:latin typeface="FZSSK--GBK1-0"/>
              </a:rPr>
              <a:t>SNN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84444FEB-EB99-4652-8CD8-0417A8A73263}"/>
              </a:ext>
            </a:extLst>
          </p:cNvPr>
          <p:cNvCxnSpPr>
            <a:cxnSpLocks/>
          </p:cNvCxnSpPr>
          <p:nvPr/>
        </p:nvCxnSpPr>
        <p:spPr>
          <a:xfrm>
            <a:off x="8946512" y="1211908"/>
            <a:ext cx="8166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9" name="对象 248">
            <a:extLst>
              <a:ext uri="{FF2B5EF4-FFF2-40B4-BE49-F238E27FC236}">
                <a16:creationId xmlns:a16="http://schemas.microsoft.com/office/drawing/2014/main" id="{3DE0C9F2-A054-437F-910D-15BC2AFAE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5823" y="974594"/>
          <a:ext cx="416131" cy="48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5" name="Equation" r:id="rId11" imgW="152280" imgH="177480" progId="Equation.DSMT4">
                  <p:embed/>
                </p:oleObj>
              </mc:Choice>
              <mc:Fallback>
                <p:oleObj name="Equation" r:id="rId11" imgW="152280" imgH="177480" progId="Equation.DSMT4">
                  <p:embed/>
                  <p:pic>
                    <p:nvPicPr>
                      <p:cNvPr id="249" name="对象 248">
                        <a:extLst>
                          <a:ext uri="{FF2B5EF4-FFF2-40B4-BE49-F238E27FC236}">
                            <a16:creationId xmlns:a16="http://schemas.microsoft.com/office/drawing/2014/main" id="{3DE0C9F2-A054-437F-910D-15BC2AFAEE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25823" y="974594"/>
                        <a:ext cx="416131" cy="485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" name="文本框 249">
            <a:extLst>
              <a:ext uri="{FF2B5EF4-FFF2-40B4-BE49-F238E27FC236}">
                <a16:creationId xmlns:a16="http://schemas.microsoft.com/office/drawing/2014/main" id="{52A8CE9F-6FAF-4E0D-817C-4DB1047CE253}"/>
              </a:ext>
            </a:extLst>
          </p:cNvPr>
          <p:cNvSpPr txBox="1"/>
          <p:nvPr/>
        </p:nvSpPr>
        <p:spPr>
          <a:xfrm>
            <a:off x="53752" y="1936324"/>
            <a:ext cx="1124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求：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7A6A19-E3C8-42F1-826B-D805F5489A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1338" y="1812999"/>
            <a:ext cx="565179" cy="6159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7778B3-2092-4099-B77E-13713C2B51B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2053" y="1774440"/>
            <a:ext cx="552478" cy="6032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A62D8D1-1C3E-4958-9359-8FE0383FFB1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17897" y="1823112"/>
            <a:ext cx="552478" cy="565179"/>
          </a:xfrm>
          <a:prstGeom prst="rect">
            <a:avLst/>
          </a:prstGeom>
        </p:spPr>
      </p:pic>
      <p:sp>
        <p:nvSpPr>
          <p:cNvPr id="251" name="文本框 250">
            <a:extLst>
              <a:ext uri="{FF2B5EF4-FFF2-40B4-BE49-F238E27FC236}">
                <a16:creationId xmlns:a16="http://schemas.microsoft.com/office/drawing/2014/main" id="{C243C9A8-1ED1-4A1F-892A-1A7919A1ECE0}"/>
              </a:ext>
            </a:extLst>
          </p:cNvPr>
          <p:cNvSpPr txBox="1"/>
          <p:nvPr/>
        </p:nvSpPr>
        <p:spPr>
          <a:xfrm>
            <a:off x="92543" y="25658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）找 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>的路径：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060090-C75A-4FF7-9C17-7EC0592850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0586" y="2976935"/>
            <a:ext cx="2667654" cy="465004"/>
          </a:xfrm>
          <a:prstGeom prst="rect">
            <a:avLst/>
          </a:prstGeom>
        </p:spPr>
      </p:pic>
      <p:sp>
        <p:nvSpPr>
          <p:cNvPr id="97" name="文本框 96">
            <a:extLst>
              <a:ext uri="{FF2B5EF4-FFF2-40B4-BE49-F238E27FC236}">
                <a16:creationId xmlns:a16="http://schemas.microsoft.com/office/drawing/2014/main" id="{617EE4D6-854D-40E7-BAE2-FF51F3329BBE}"/>
              </a:ext>
            </a:extLst>
          </p:cNvPr>
          <p:cNvSpPr txBox="1"/>
          <p:nvPr/>
        </p:nvSpPr>
        <p:spPr>
          <a:xfrm>
            <a:off x="14265" y="3488473"/>
            <a:ext cx="614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越靠前的权重，能通过时间递归影响越多未来状态，因此路径数越多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296326-D7E3-4975-98AF-68AA5269D30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9706" y="4363654"/>
            <a:ext cx="1679011" cy="2260891"/>
          </a:xfrm>
          <a:prstGeom prst="rect">
            <a:avLst/>
          </a:prstGeom>
        </p:spPr>
      </p:pic>
      <p:sp>
        <p:nvSpPr>
          <p:cNvPr id="12" name="对话气泡: 矩形 11">
            <a:extLst>
              <a:ext uri="{FF2B5EF4-FFF2-40B4-BE49-F238E27FC236}">
                <a16:creationId xmlns:a16="http://schemas.microsoft.com/office/drawing/2014/main" id="{4629D7F1-FFAC-4C5F-9ED2-A2F4090ACB14}"/>
              </a:ext>
            </a:extLst>
          </p:cNvPr>
          <p:cNvSpPr/>
          <p:nvPr/>
        </p:nvSpPr>
        <p:spPr>
          <a:xfrm>
            <a:off x="2107321" y="4183099"/>
            <a:ext cx="2998005" cy="975645"/>
          </a:xfrm>
          <a:prstGeom prst="wedgeRectCallout">
            <a:avLst>
              <a:gd name="adj1" fmla="val -66386"/>
              <a:gd name="adj2" fmla="val 3428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BPTT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训练固然很好，</a:t>
            </a:r>
            <a:endParaRPr lang="en-US" altLang="zh-CN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就是千万不要闹出什么乱子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346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694990BA-5164-410C-8B72-F8A85C99666A}"/>
              </a:ext>
            </a:extLst>
          </p:cNvPr>
          <p:cNvCxnSpPr>
            <a:cxnSpLocks/>
            <a:stCxn id="191" idx="0"/>
            <a:endCxn id="193" idx="2"/>
          </p:cNvCxnSpPr>
          <p:nvPr/>
        </p:nvCxnSpPr>
        <p:spPr>
          <a:xfrm flipV="1">
            <a:off x="6087408" y="6106006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B011620E-3D34-41D8-A92B-DC6F7393283A}"/>
              </a:ext>
            </a:extLst>
          </p:cNvPr>
          <p:cNvSpPr/>
          <p:nvPr/>
        </p:nvSpPr>
        <p:spPr>
          <a:xfrm>
            <a:off x="5525221" y="6410823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C09888B9-F53A-4723-B3C2-0D2F23F6FFD8}"/>
              </a:ext>
            </a:extLst>
          </p:cNvPr>
          <p:cNvSpPr/>
          <p:nvPr/>
        </p:nvSpPr>
        <p:spPr>
          <a:xfrm>
            <a:off x="5525221" y="5700030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E24DFB34-F89B-4BB8-8015-B91F7F67C3AF}"/>
              </a:ext>
            </a:extLst>
          </p:cNvPr>
          <p:cNvSpPr txBox="1"/>
          <p:nvPr/>
        </p:nvSpPr>
        <p:spPr>
          <a:xfrm>
            <a:off x="6161065" y="60669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E0596FF2-3FEC-457C-86FA-6440AEA2358A}"/>
              </a:ext>
            </a:extLst>
          </p:cNvPr>
          <p:cNvSpPr/>
          <p:nvPr/>
        </p:nvSpPr>
        <p:spPr>
          <a:xfrm>
            <a:off x="5525220" y="508017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51F4800A-DDAC-4273-B2EC-727E73FBABB0}"/>
              </a:ext>
            </a:extLst>
          </p:cNvPr>
          <p:cNvCxnSpPr>
            <a:cxnSpLocks/>
            <a:stCxn id="193" idx="0"/>
            <a:endCxn id="195" idx="2"/>
          </p:cNvCxnSpPr>
          <p:nvPr/>
        </p:nvCxnSpPr>
        <p:spPr>
          <a:xfrm flipH="1" flipV="1">
            <a:off x="6087407" y="5498345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DFC1C0A6-9F29-4DF1-BC42-F31C23935104}"/>
              </a:ext>
            </a:extLst>
          </p:cNvPr>
          <p:cNvSpPr/>
          <p:nvPr/>
        </p:nvSpPr>
        <p:spPr>
          <a:xfrm>
            <a:off x="5525220" y="4471289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25583170-B1DC-4C7E-BC84-2E9C70A36E8A}"/>
              </a:ext>
            </a:extLst>
          </p:cNvPr>
          <p:cNvCxnSpPr>
            <a:cxnSpLocks/>
            <a:stCxn id="195" idx="0"/>
            <a:endCxn id="200" idx="2"/>
          </p:cNvCxnSpPr>
          <p:nvPr/>
        </p:nvCxnSpPr>
        <p:spPr>
          <a:xfrm flipV="1">
            <a:off x="6087407" y="4889457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C3EAB769-A19A-4C8D-9EC1-0827F2182181}"/>
              </a:ext>
            </a:extLst>
          </p:cNvPr>
          <p:cNvSpPr/>
          <p:nvPr/>
        </p:nvSpPr>
        <p:spPr>
          <a:xfrm>
            <a:off x="5525222" y="376370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84EC7D5A-1CC1-4913-BCF9-747186287957}"/>
              </a:ext>
            </a:extLst>
          </p:cNvPr>
          <p:cNvCxnSpPr>
            <a:cxnSpLocks/>
            <a:stCxn id="200" idx="0"/>
            <a:endCxn id="203" idx="2"/>
          </p:cNvCxnSpPr>
          <p:nvPr/>
        </p:nvCxnSpPr>
        <p:spPr>
          <a:xfrm flipV="1">
            <a:off x="6087407" y="4169685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>
            <a:extLst>
              <a:ext uri="{FF2B5EF4-FFF2-40B4-BE49-F238E27FC236}">
                <a16:creationId xmlns:a16="http://schemas.microsoft.com/office/drawing/2014/main" id="{07FD844F-C6E6-4119-9062-90A4A561EC15}"/>
              </a:ext>
            </a:extLst>
          </p:cNvPr>
          <p:cNvSpPr txBox="1"/>
          <p:nvPr/>
        </p:nvSpPr>
        <p:spPr>
          <a:xfrm>
            <a:off x="6161066" y="412651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0B60A452-9DF4-4B29-BE63-CC3A2088ECE4}"/>
              </a:ext>
            </a:extLst>
          </p:cNvPr>
          <p:cNvSpPr/>
          <p:nvPr/>
        </p:nvSpPr>
        <p:spPr>
          <a:xfrm>
            <a:off x="5525220" y="3145118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F2EB8D06-7616-4FBA-894A-B860DC660689}"/>
              </a:ext>
            </a:extLst>
          </p:cNvPr>
          <p:cNvCxnSpPr>
            <a:cxnSpLocks/>
            <a:stCxn id="203" idx="0"/>
            <a:endCxn id="210" idx="2"/>
          </p:cNvCxnSpPr>
          <p:nvPr/>
        </p:nvCxnSpPr>
        <p:spPr>
          <a:xfrm flipH="1" flipV="1">
            <a:off x="6087407" y="3563286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F2676AFE-80F4-455A-8DDB-865237BE3AEB}"/>
              </a:ext>
            </a:extLst>
          </p:cNvPr>
          <p:cNvSpPr/>
          <p:nvPr/>
        </p:nvSpPr>
        <p:spPr>
          <a:xfrm>
            <a:off x="5525220" y="2526527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E152EB85-EB56-447B-AF50-29D6D3D6045C}"/>
              </a:ext>
            </a:extLst>
          </p:cNvPr>
          <p:cNvCxnSpPr>
            <a:cxnSpLocks/>
            <a:stCxn id="210" idx="0"/>
            <a:endCxn id="213" idx="2"/>
          </p:cNvCxnSpPr>
          <p:nvPr/>
        </p:nvCxnSpPr>
        <p:spPr>
          <a:xfrm flipV="1">
            <a:off x="6087407" y="2944695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87CFD3A6-5884-498D-BB43-20C03064B981}"/>
              </a:ext>
            </a:extLst>
          </p:cNvPr>
          <p:cNvSpPr/>
          <p:nvPr/>
        </p:nvSpPr>
        <p:spPr>
          <a:xfrm>
            <a:off x="5525220" y="181573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4BE3EAB3-83DA-4D08-BBB4-4F988F23745E}"/>
              </a:ext>
            </a:extLst>
          </p:cNvPr>
          <p:cNvCxnSpPr>
            <a:cxnSpLocks/>
            <a:stCxn id="213" idx="0"/>
            <a:endCxn id="215" idx="2"/>
          </p:cNvCxnSpPr>
          <p:nvPr/>
        </p:nvCxnSpPr>
        <p:spPr>
          <a:xfrm flipV="1">
            <a:off x="6087407" y="2221710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文本框 216">
            <a:extLst>
              <a:ext uri="{FF2B5EF4-FFF2-40B4-BE49-F238E27FC236}">
                <a16:creationId xmlns:a16="http://schemas.microsoft.com/office/drawing/2014/main" id="{2E0E23A0-0F3C-4D1D-B788-1A147D601379}"/>
              </a:ext>
            </a:extLst>
          </p:cNvPr>
          <p:cNvSpPr txBox="1"/>
          <p:nvPr/>
        </p:nvSpPr>
        <p:spPr>
          <a:xfrm>
            <a:off x="6153448" y="2180781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0F6A4ACC-3E23-451A-BEE2-516BE284310D}"/>
              </a:ext>
            </a:extLst>
          </p:cNvPr>
          <p:cNvSpPr/>
          <p:nvPr/>
        </p:nvSpPr>
        <p:spPr>
          <a:xfrm>
            <a:off x="6961370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9CDE68AE-4DCE-4BD5-9D74-613067030191}"/>
              </a:ext>
            </a:extLst>
          </p:cNvPr>
          <p:cNvCxnSpPr>
            <a:cxnSpLocks/>
            <a:stCxn id="195" idx="3"/>
            <a:endCxn id="218" idx="1"/>
          </p:cNvCxnSpPr>
          <p:nvPr/>
        </p:nvCxnSpPr>
        <p:spPr>
          <a:xfrm flipV="1">
            <a:off x="6649593" y="5286526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CD675334-BA4B-4957-B192-4D400B68F9BE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6649593" y="4680373"/>
            <a:ext cx="311777" cy="3943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BC72C6ED-4690-46D4-8D47-C027A1BC4A66}"/>
              </a:ext>
            </a:extLst>
          </p:cNvPr>
          <p:cNvSpPr/>
          <p:nvPr/>
        </p:nvSpPr>
        <p:spPr>
          <a:xfrm>
            <a:off x="6961370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093C311E-418A-432A-8397-572E8BC38E65}"/>
              </a:ext>
            </a:extLst>
          </p:cNvPr>
          <p:cNvCxnSpPr>
            <a:cxnSpLocks/>
            <a:stCxn id="210" idx="3"/>
            <a:endCxn id="221" idx="1"/>
          </p:cNvCxnSpPr>
          <p:nvPr/>
        </p:nvCxnSpPr>
        <p:spPr>
          <a:xfrm flipV="1">
            <a:off x="6649593" y="3351467"/>
            <a:ext cx="311777" cy="27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18502A18-56B1-4DAA-9DFA-FB13EBF685B9}"/>
              </a:ext>
            </a:extLst>
          </p:cNvPr>
          <p:cNvCxnSpPr>
            <a:cxnSpLocks/>
            <a:stCxn id="213" idx="3"/>
          </p:cNvCxnSpPr>
          <p:nvPr/>
        </p:nvCxnSpPr>
        <p:spPr>
          <a:xfrm>
            <a:off x="6649593" y="2735611"/>
            <a:ext cx="311777" cy="4013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0B371F6A-4C2C-4AEB-A61A-178607D049D9}"/>
              </a:ext>
            </a:extLst>
          </p:cNvPr>
          <p:cNvCxnSpPr>
            <a:cxnSpLocks/>
            <a:stCxn id="225" idx="0"/>
            <a:endCxn id="226" idx="2"/>
          </p:cNvCxnSpPr>
          <p:nvPr/>
        </p:nvCxnSpPr>
        <p:spPr>
          <a:xfrm flipV="1">
            <a:off x="8741835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686A9A96-B68F-40D5-8165-B5FF607C5EFD}"/>
              </a:ext>
            </a:extLst>
          </p:cNvPr>
          <p:cNvSpPr/>
          <p:nvPr/>
        </p:nvSpPr>
        <p:spPr>
          <a:xfrm>
            <a:off x="8179648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8E3B0FFD-10B6-4A16-B0E3-4332F9288C3D}"/>
              </a:ext>
            </a:extLst>
          </p:cNvPr>
          <p:cNvSpPr/>
          <p:nvPr/>
        </p:nvSpPr>
        <p:spPr>
          <a:xfrm>
            <a:off x="8179648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D7C10F63-8192-48AE-8A67-656FE0AD6E4E}"/>
              </a:ext>
            </a:extLst>
          </p:cNvPr>
          <p:cNvSpPr txBox="1"/>
          <p:nvPr/>
        </p:nvSpPr>
        <p:spPr>
          <a:xfrm>
            <a:off x="8815492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B7445C73-A6A0-4174-A048-1C6334839FD9}"/>
              </a:ext>
            </a:extLst>
          </p:cNvPr>
          <p:cNvSpPr/>
          <p:nvPr/>
        </p:nvSpPr>
        <p:spPr>
          <a:xfrm>
            <a:off x="8179647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10A7E39D-2906-4168-A6CB-072AD86C9B43}"/>
              </a:ext>
            </a:extLst>
          </p:cNvPr>
          <p:cNvCxnSpPr>
            <a:cxnSpLocks/>
            <a:stCxn id="226" idx="0"/>
            <a:endCxn id="228" idx="2"/>
          </p:cNvCxnSpPr>
          <p:nvPr/>
        </p:nvCxnSpPr>
        <p:spPr>
          <a:xfrm flipH="1" flipV="1">
            <a:off x="8741834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E085DD0B-F283-449D-80BE-F6E449663CBA}"/>
              </a:ext>
            </a:extLst>
          </p:cNvPr>
          <p:cNvSpPr/>
          <p:nvPr/>
        </p:nvSpPr>
        <p:spPr>
          <a:xfrm>
            <a:off x="8179647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C24CCCEC-3104-449C-A4BD-84F598AE18E3}"/>
              </a:ext>
            </a:extLst>
          </p:cNvPr>
          <p:cNvCxnSpPr>
            <a:cxnSpLocks/>
            <a:stCxn id="228" idx="0"/>
            <a:endCxn id="230" idx="2"/>
          </p:cNvCxnSpPr>
          <p:nvPr/>
        </p:nvCxnSpPr>
        <p:spPr>
          <a:xfrm flipV="1">
            <a:off x="8741834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A4222427-DF7C-4E89-A7DA-84A9B0C2E362}"/>
              </a:ext>
            </a:extLst>
          </p:cNvPr>
          <p:cNvSpPr/>
          <p:nvPr/>
        </p:nvSpPr>
        <p:spPr>
          <a:xfrm>
            <a:off x="8179649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72CFBE42-7EAF-4463-921A-E75CA4AD093F}"/>
              </a:ext>
            </a:extLst>
          </p:cNvPr>
          <p:cNvCxnSpPr>
            <a:cxnSpLocks/>
            <a:stCxn id="230" idx="0"/>
            <a:endCxn id="232" idx="2"/>
          </p:cNvCxnSpPr>
          <p:nvPr/>
        </p:nvCxnSpPr>
        <p:spPr>
          <a:xfrm flipV="1">
            <a:off x="8741834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文本框 233">
            <a:extLst>
              <a:ext uri="{FF2B5EF4-FFF2-40B4-BE49-F238E27FC236}">
                <a16:creationId xmlns:a16="http://schemas.microsoft.com/office/drawing/2014/main" id="{EDBBB39B-55E1-462B-8DD4-88BEB7B04922}"/>
              </a:ext>
            </a:extLst>
          </p:cNvPr>
          <p:cNvSpPr txBox="1"/>
          <p:nvPr/>
        </p:nvSpPr>
        <p:spPr>
          <a:xfrm>
            <a:off x="8815493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91E47446-5BB4-43BC-8FC1-1447D846AAE5}"/>
              </a:ext>
            </a:extLst>
          </p:cNvPr>
          <p:cNvSpPr/>
          <p:nvPr/>
        </p:nvSpPr>
        <p:spPr>
          <a:xfrm>
            <a:off x="8179647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4B806AB2-BDB1-4AA2-8453-B35ED430B34F}"/>
              </a:ext>
            </a:extLst>
          </p:cNvPr>
          <p:cNvCxnSpPr>
            <a:cxnSpLocks/>
            <a:stCxn id="232" idx="0"/>
            <a:endCxn id="235" idx="2"/>
          </p:cNvCxnSpPr>
          <p:nvPr/>
        </p:nvCxnSpPr>
        <p:spPr>
          <a:xfrm flipH="1" flipV="1">
            <a:off x="8741834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68DE2C98-D9C3-4117-92EA-1331FE900F97}"/>
              </a:ext>
            </a:extLst>
          </p:cNvPr>
          <p:cNvSpPr/>
          <p:nvPr/>
        </p:nvSpPr>
        <p:spPr>
          <a:xfrm>
            <a:off x="8179647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582F5879-FF64-46A0-A67F-3AF89610B37E}"/>
              </a:ext>
            </a:extLst>
          </p:cNvPr>
          <p:cNvCxnSpPr>
            <a:cxnSpLocks/>
            <a:stCxn id="235" idx="0"/>
            <a:endCxn id="237" idx="2"/>
          </p:cNvCxnSpPr>
          <p:nvPr/>
        </p:nvCxnSpPr>
        <p:spPr>
          <a:xfrm flipV="1">
            <a:off x="8741834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763F6BD8-08E3-4768-9975-510E201AC84D}"/>
              </a:ext>
            </a:extLst>
          </p:cNvPr>
          <p:cNvSpPr/>
          <p:nvPr/>
        </p:nvSpPr>
        <p:spPr>
          <a:xfrm>
            <a:off x="8179647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69AC3677-2BBA-4BE0-8B7B-045909C16FDC}"/>
              </a:ext>
            </a:extLst>
          </p:cNvPr>
          <p:cNvCxnSpPr>
            <a:cxnSpLocks/>
            <a:stCxn id="237" idx="0"/>
            <a:endCxn id="239" idx="2"/>
          </p:cNvCxnSpPr>
          <p:nvPr/>
        </p:nvCxnSpPr>
        <p:spPr>
          <a:xfrm flipV="1">
            <a:off x="8741834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989FDFF6-FEC6-4EBD-B3D8-7B1268A1C51E}"/>
              </a:ext>
            </a:extLst>
          </p:cNvPr>
          <p:cNvSpPr txBox="1"/>
          <p:nvPr/>
        </p:nvSpPr>
        <p:spPr>
          <a:xfrm>
            <a:off x="8807875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DAA135D4-86BF-4114-9149-493E976BAD89}"/>
              </a:ext>
            </a:extLst>
          </p:cNvPr>
          <p:cNvCxnSpPr>
            <a:cxnSpLocks/>
            <a:stCxn id="221" idx="3"/>
            <a:endCxn id="235" idx="1"/>
          </p:cNvCxnSpPr>
          <p:nvPr/>
        </p:nvCxnSpPr>
        <p:spPr>
          <a:xfrm>
            <a:off x="7763794" y="3351467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接箭头连接符 305">
            <a:extLst>
              <a:ext uri="{FF2B5EF4-FFF2-40B4-BE49-F238E27FC236}">
                <a16:creationId xmlns:a16="http://schemas.microsoft.com/office/drawing/2014/main" id="{263A2234-A12E-4724-9F4C-D9BE051D5772}"/>
              </a:ext>
            </a:extLst>
          </p:cNvPr>
          <p:cNvCxnSpPr>
            <a:cxnSpLocks/>
            <a:stCxn id="218" idx="3"/>
            <a:endCxn id="228" idx="1"/>
          </p:cNvCxnSpPr>
          <p:nvPr/>
        </p:nvCxnSpPr>
        <p:spPr>
          <a:xfrm>
            <a:off x="7763794" y="5286526"/>
            <a:ext cx="41585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/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7" name="文本框 306">
                <a:extLst>
                  <a:ext uri="{FF2B5EF4-FFF2-40B4-BE49-F238E27FC236}">
                    <a16:creationId xmlns:a16="http://schemas.microsoft.com/office/drawing/2014/main" id="{64ACE536-6C35-426A-99D1-6C49E2276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863" y="2924633"/>
                <a:ext cx="53509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/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8" name="文本框 307">
                <a:extLst>
                  <a:ext uri="{FF2B5EF4-FFF2-40B4-BE49-F238E27FC236}">
                    <a16:creationId xmlns:a16="http://schemas.microsoft.com/office/drawing/2014/main" id="{790B36A0-0B9E-45DE-8942-91FE68067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594" y="4854008"/>
                <a:ext cx="53509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5D74B986-00A0-41B5-8635-379DE939545A}"/>
              </a:ext>
            </a:extLst>
          </p:cNvPr>
          <p:cNvSpPr/>
          <p:nvPr/>
        </p:nvSpPr>
        <p:spPr>
          <a:xfrm>
            <a:off x="9615796" y="5077442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直接箭头连接符 329">
            <a:extLst>
              <a:ext uri="{FF2B5EF4-FFF2-40B4-BE49-F238E27FC236}">
                <a16:creationId xmlns:a16="http://schemas.microsoft.com/office/drawing/2014/main" id="{59445FEE-8644-4606-81B3-40ACD886B35A}"/>
              </a:ext>
            </a:extLst>
          </p:cNvPr>
          <p:cNvCxnSpPr>
            <a:cxnSpLocks/>
            <a:stCxn id="228" idx="3"/>
            <a:endCxn id="329" idx="1"/>
          </p:cNvCxnSpPr>
          <p:nvPr/>
        </p:nvCxnSpPr>
        <p:spPr>
          <a:xfrm>
            <a:off x="9304020" y="5286526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箭头连接符 330">
            <a:extLst>
              <a:ext uri="{FF2B5EF4-FFF2-40B4-BE49-F238E27FC236}">
                <a16:creationId xmlns:a16="http://schemas.microsoft.com/office/drawing/2014/main" id="{C44B3F0D-A9C9-4EAC-A49C-4FF3D43BE9F9}"/>
              </a:ext>
            </a:extLst>
          </p:cNvPr>
          <p:cNvCxnSpPr>
            <a:cxnSpLocks/>
            <a:stCxn id="230" idx="3"/>
          </p:cNvCxnSpPr>
          <p:nvPr/>
        </p:nvCxnSpPr>
        <p:spPr>
          <a:xfrm>
            <a:off x="9304020" y="4677638"/>
            <a:ext cx="327828" cy="4162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矩形: 圆角 331">
            <a:extLst>
              <a:ext uri="{FF2B5EF4-FFF2-40B4-BE49-F238E27FC236}">
                <a16:creationId xmlns:a16="http://schemas.microsoft.com/office/drawing/2014/main" id="{C665C905-A462-4542-AD00-D6ECF5095FCC}"/>
              </a:ext>
            </a:extLst>
          </p:cNvPr>
          <p:cNvSpPr/>
          <p:nvPr/>
        </p:nvSpPr>
        <p:spPr>
          <a:xfrm>
            <a:off x="9615796" y="3142383"/>
            <a:ext cx="802424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4D305F1A-FBE8-4792-9627-BA87AF98A39A}"/>
              </a:ext>
            </a:extLst>
          </p:cNvPr>
          <p:cNvCxnSpPr>
            <a:cxnSpLocks/>
            <a:stCxn id="235" idx="3"/>
            <a:endCxn id="332" idx="1"/>
          </p:cNvCxnSpPr>
          <p:nvPr/>
        </p:nvCxnSpPr>
        <p:spPr>
          <a:xfrm>
            <a:off x="9304020" y="3351467"/>
            <a:ext cx="311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157EC397-7B04-47F2-A1C2-6042D8F18C69}"/>
              </a:ext>
            </a:extLst>
          </p:cNvPr>
          <p:cNvCxnSpPr>
            <a:cxnSpLocks/>
            <a:stCxn id="237" idx="3"/>
          </p:cNvCxnSpPr>
          <p:nvPr/>
        </p:nvCxnSpPr>
        <p:spPr>
          <a:xfrm>
            <a:off x="9304020" y="2732876"/>
            <a:ext cx="327828" cy="3998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EACB86D3-08DC-4D7F-8ADB-AD0CBB036631}"/>
              </a:ext>
            </a:extLst>
          </p:cNvPr>
          <p:cNvCxnSpPr>
            <a:cxnSpLocks/>
            <a:stCxn id="336" idx="0"/>
            <a:endCxn id="337" idx="2"/>
          </p:cNvCxnSpPr>
          <p:nvPr/>
        </p:nvCxnSpPr>
        <p:spPr>
          <a:xfrm flipV="1">
            <a:off x="11354481" y="6103271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4F13FBC8-385B-413C-B7DA-EB0D5830EE5C}"/>
              </a:ext>
            </a:extLst>
          </p:cNvPr>
          <p:cNvSpPr/>
          <p:nvPr/>
        </p:nvSpPr>
        <p:spPr>
          <a:xfrm>
            <a:off x="10792294" y="6408088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E46C2BF5-2288-4F78-AC9A-22904673054E}"/>
              </a:ext>
            </a:extLst>
          </p:cNvPr>
          <p:cNvSpPr/>
          <p:nvPr/>
        </p:nvSpPr>
        <p:spPr>
          <a:xfrm>
            <a:off x="10792294" y="5697295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426ACC76-A9FC-4D03-AFA0-C72EA7A58AA7}"/>
              </a:ext>
            </a:extLst>
          </p:cNvPr>
          <p:cNvSpPr txBox="1"/>
          <p:nvPr/>
        </p:nvSpPr>
        <p:spPr>
          <a:xfrm>
            <a:off x="11428138" y="6064240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BE82A6FC-14CD-4D64-B744-E7AC3FB82336}"/>
              </a:ext>
            </a:extLst>
          </p:cNvPr>
          <p:cNvSpPr/>
          <p:nvPr/>
        </p:nvSpPr>
        <p:spPr>
          <a:xfrm>
            <a:off x="10792293" y="507744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0" name="直接箭头连接符 339">
            <a:extLst>
              <a:ext uri="{FF2B5EF4-FFF2-40B4-BE49-F238E27FC236}">
                <a16:creationId xmlns:a16="http://schemas.microsoft.com/office/drawing/2014/main" id="{DE848A94-0F95-4CC6-A2C2-9330CCA0B624}"/>
              </a:ext>
            </a:extLst>
          </p:cNvPr>
          <p:cNvCxnSpPr>
            <a:cxnSpLocks/>
            <a:stCxn id="337" idx="0"/>
            <a:endCxn id="339" idx="2"/>
          </p:cNvCxnSpPr>
          <p:nvPr/>
        </p:nvCxnSpPr>
        <p:spPr>
          <a:xfrm flipH="1" flipV="1">
            <a:off x="11354480" y="5495610"/>
            <a:ext cx="1" cy="2016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矩形: 圆角 340">
            <a:extLst>
              <a:ext uri="{FF2B5EF4-FFF2-40B4-BE49-F238E27FC236}">
                <a16:creationId xmlns:a16="http://schemas.microsoft.com/office/drawing/2014/main" id="{E1224239-9395-484A-9B81-8C667CF29DCE}"/>
              </a:ext>
            </a:extLst>
          </p:cNvPr>
          <p:cNvSpPr/>
          <p:nvPr/>
        </p:nvSpPr>
        <p:spPr>
          <a:xfrm>
            <a:off x="10792293" y="4468554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2" name="直接箭头连接符 341">
            <a:extLst>
              <a:ext uri="{FF2B5EF4-FFF2-40B4-BE49-F238E27FC236}">
                <a16:creationId xmlns:a16="http://schemas.microsoft.com/office/drawing/2014/main" id="{40FD8126-0450-4323-8651-ED792A4A8AC3}"/>
              </a:ext>
            </a:extLst>
          </p:cNvPr>
          <p:cNvCxnSpPr>
            <a:cxnSpLocks/>
            <a:stCxn id="339" idx="0"/>
            <a:endCxn id="341" idx="2"/>
          </p:cNvCxnSpPr>
          <p:nvPr/>
        </p:nvCxnSpPr>
        <p:spPr>
          <a:xfrm flipV="1">
            <a:off x="11354480" y="4886722"/>
            <a:ext cx="0" cy="1907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矩形: 圆角 342">
            <a:extLst>
              <a:ext uri="{FF2B5EF4-FFF2-40B4-BE49-F238E27FC236}">
                <a16:creationId xmlns:a16="http://schemas.microsoft.com/office/drawing/2014/main" id="{4D368192-164F-46C0-9E3F-25C6D3E1C4F9}"/>
              </a:ext>
            </a:extLst>
          </p:cNvPr>
          <p:cNvSpPr/>
          <p:nvPr/>
        </p:nvSpPr>
        <p:spPr>
          <a:xfrm>
            <a:off x="10792295" y="3760974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4" name="直接箭头连接符 343">
            <a:extLst>
              <a:ext uri="{FF2B5EF4-FFF2-40B4-BE49-F238E27FC236}">
                <a16:creationId xmlns:a16="http://schemas.microsoft.com/office/drawing/2014/main" id="{BE821C49-C982-4292-BBF0-CA6D3BD6F778}"/>
              </a:ext>
            </a:extLst>
          </p:cNvPr>
          <p:cNvCxnSpPr>
            <a:cxnSpLocks/>
            <a:stCxn id="341" idx="0"/>
            <a:endCxn id="343" idx="2"/>
          </p:cNvCxnSpPr>
          <p:nvPr/>
        </p:nvCxnSpPr>
        <p:spPr>
          <a:xfrm flipV="1">
            <a:off x="11354480" y="4166950"/>
            <a:ext cx="2" cy="3016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文本框 344">
            <a:extLst>
              <a:ext uri="{FF2B5EF4-FFF2-40B4-BE49-F238E27FC236}">
                <a16:creationId xmlns:a16="http://schemas.microsoft.com/office/drawing/2014/main" id="{B2B9CB58-AE04-4263-AE1B-9A00F2B22419}"/>
              </a:ext>
            </a:extLst>
          </p:cNvPr>
          <p:cNvSpPr txBox="1"/>
          <p:nvPr/>
        </p:nvSpPr>
        <p:spPr>
          <a:xfrm>
            <a:off x="11428139" y="4123775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矩形: 圆角 345">
            <a:extLst>
              <a:ext uri="{FF2B5EF4-FFF2-40B4-BE49-F238E27FC236}">
                <a16:creationId xmlns:a16="http://schemas.microsoft.com/office/drawing/2014/main" id="{541164E9-B791-4EBA-9D17-E0A8F6E1F517}"/>
              </a:ext>
            </a:extLst>
          </p:cNvPr>
          <p:cNvSpPr/>
          <p:nvPr/>
        </p:nvSpPr>
        <p:spPr>
          <a:xfrm>
            <a:off x="10792293" y="3142383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7" name="直接箭头连接符 346">
            <a:extLst>
              <a:ext uri="{FF2B5EF4-FFF2-40B4-BE49-F238E27FC236}">
                <a16:creationId xmlns:a16="http://schemas.microsoft.com/office/drawing/2014/main" id="{D3C3A193-03DD-4239-B047-107A5EF2BB63}"/>
              </a:ext>
            </a:extLst>
          </p:cNvPr>
          <p:cNvCxnSpPr>
            <a:cxnSpLocks/>
            <a:stCxn id="343" idx="0"/>
            <a:endCxn id="346" idx="2"/>
          </p:cNvCxnSpPr>
          <p:nvPr/>
        </p:nvCxnSpPr>
        <p:spPr>
          <a:xfrm flipH="1" flipV="1">
            <a:off x="11354480" y="3560551"/>
            <a:ext cx="2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矩形: 圆角 347">
            <a:extLst>
              <a:ext uri="{FF2B5EF4-FFF2-40B4-BE49-F238E27FC236}">
                <a16:creationId xmlns:a16="http://schemas.microsoft.com/office/drawing/2014/main" id="{AD032642-FFC2-48B0-8BB0-AAA44FAA9EC1}"/>
              </a:ext>
            </a:extLst>
          </p:cNvPr>
          <p:cNvSpPr/>
          <p:nvPr/>
        </p:nvSpPr>
        <p:spPr>
          <a:xfrm>
            <a:off x="10792293" y="2523792"/>
            <a:ext cx="1124373" cy="41816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378094C6-8AA6-4BAD-9747-792CEF48AB7E}"/>
              </a:ext>
            </a:extLst>
          </p:cNvPr>
          <p:cNvCxnSpPr>
            <a:cxnSpLocks/>
            <a:stCxn id="346" idx="0"/>
            <a:endCxn id="348" idx="2"/>
          </p:cNvCxnSpPr>
          <p:nvPr/>
        </p:nvCxnSpPr>
        <p:spPr>
          <a:xfrm flipV="1">
            <a:off x="11354480" y="2941960"/>
            <a:ext cx="0" cy="200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矩形: 圆角 349">
            <a:extLst>
              <a:ext uri="{FF2B5EF4-FFF2-40B4-BE49-F238E27FC236}">
                <a16:creationId xmlns:a16="http://schemas.microsoft.com/office/drawing/2014/main" id="{A3F436DB-32FF-41BA-A8B7-90D4253FCC7A}"/>
              </a:ext>
            </a:extLst>
          </p:cNvPr>
          <p:cNvSpPr/>
          <p:nvPr/>
        </p:nvSpPr>
        <p:spPr>
          <a:xfrm>
            <a:off x="10792293" y="1812999"/>
            <a:ext cx="1124373" cy="4059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8001936A-1122-49CF-BD4F-091F4E1AA707}"/>
              </a:ext>
            </a:extLst>
          </p:cNvPr>
          <p:cNvCxnSpPr>
            <a:cxnSpLocks/>
            <a:stCxn id="348" idx="0"/>
            <a:endCxn id="350" idx="2"/>
          </p:cNvCxnSpPr>
          <p:nvPr/>
        </p:nvCxnSpPr>
        <p:spPr>
          <a:xfrm flipV="1">
            <a:off x="11354480" y="2218975"/>
            <a:ext cx="0" cy="3048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文本框 351">
            <a:extLst>
              <a:ext uri="{FF2B5EF4-FFF2-40B4-BE49-F238E27FC236}">
                <a16:creationId xmlns:a16="http://schemas.microsoft.com/office/drawing/2014/main" id="{239C4F78-2AD3-4AE1-A133-30CD38D6D684}"/>
              </a:ext>
            </a:extLst>
          </p:cNvPr>
          <p:cNvSpPr txBox="1"/>
          <p:nvPr/>
        </p:nvSpPr>
        <p:spPr>
          <a:xfrm>
            <a:off x="11420521" y="2178046"/>
            <a:ext cx="53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3" name="直接箭头连接符 352">
            <a:extLst>
              <a:ext uri="{FF2B5EF4-FFF2-40B4-BE49-F238E27FC236}">
                <a16:creationId xmlns:a16="http://schemas.microsoft.com/office/drawing/2014/main" id="{343B42D1-78DF-4253-8270-5DD0FC8A66C9}"/>
              </a:ext>
            </a:extLst>
          </p:cNvPr>
          <p:cNvCxnSpPr>
            <a:cxnSpLocks/>
            <a:stCxn id="332" idx="3"/>
            <a:endCxn id="346" idx="1"/>
          </p:cNvCxnSpPr>
          <p:nvPr/>
        </p:nvCxnSpPr>
        <p:spPr>
          <a:xfrm>
            <a:off x="10418220" y="3351467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>
            <a:extLst>
              <a:ext uri="{FF2B5EF4-FFF2-40B4-BE49-F238E27FC236}">
                <a16:creationId xmlns:a16="http://schemas.microsoft.com/office/drawing/2014/main" id="{0D028981-0E6B-4F35-BEF7-554ED2BF1532}"/>
              </a:ext>
            </a:extLst>
          </p:cNvPr>
          <p:cNvCxnSpPr>
            <a:cxnSpLocks/>
            <a:stCxn id="329" idx="3"/>
            <a:endCxn id="339" idx="1"/>
          </p:cNvCxnSpPr>
          <p:nvPr/>
        </p:nvCxnSpPr>
        <p:spPr>
          <a:xfrm>
            <a:off x="10418220" y="5286526"/>
            <a:ext cx="3740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/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3E763DF8-A700-45C4-91D8-3A14D1D41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2938206"/>
                <a:ext cx="53509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/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6" name="文本框 355">
                <a:extLst>
                  <a:ext uri="{FF2B5EF4-FFF2-40B4-BE49-F238E27FC236}">
                    <a16:creationId xmlns:a16="http://schemas.microsoft.com/office/drawing/2014/main" id="{634887FB-64CC-4F2F-A2A0-D873AABED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561" y="4890545"/>
                <a:ext cx="53509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7" name="连接符: 肘形 356">
            <a:extLst>
              <a:ext uri="{FF2B5EF4-FFF2-40B4-BE49-F238E27FC236}">
                <a16:creationId xmlns:a16="http://schemas.microsoft.com/office/drawing/2014/main" id="{83D284C5-9E2E-4747-8A71-786934742B6D}"/>
              </a:ext>
            </a:extLst>
          </p:cNvPr>
          <p:cNvCxnSpPr>
            <a:cxnSpLocks/>
            <a:stCxn id="350" idx="0"/>
            <a:endCxn id="358" idx="2"/>
          </p:cNvCxnSpPr>
          <p:nvPr/>
        </p:nvCxnSpPr>
        <p:spPr>
          <a:xfrm rot="16200000" flipV="1">
            <a:off x="9870414" y="328933"/>
            <a:ext cx="355484" cy="26126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8" name="对象 357">
            <a:extLst>
              <a:ext uri="{FF2B5EF4-FFF2-40B4-BE49-F238E27FC236}">
                <a16:creationId xmlns:a16="http://schemas.microsoft.com/office/drawing/2014/main" id="{36D79B5E-F522-41B1-A13E-55D19D189D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15884" y="989013"/>
          <a:ext cx="4508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0" name="Equation" r:id="rId8" imgW="164880" imgH="164880" progId="Equation.DSMT4">
                  <p:embed/>
                </p:oleObj>
              </mc:Choice>
              <mc:Fallback>
                <p:oleObj name="Equation" r:id="rId8" imgW="164880" imgH="164880" progId="Equation.DSMT4">
                  <p:embed/>
                  <p:pic>
                    <p:nvPicPr>
                      <p:cNvPr id="358" name="对象 357">
                        <a:extLst>
                          <a:ext uri="{FF2B5EF4-FFF2-40B4-BE49-F238E27FC236}">
                            <a16:creationId xmlns:a16="http://schemas.microsoft.com/office/drawing/2014/main" id="{36D79B5E-F522-41B1-A13E-55D19D189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15884" y="989013"/>
                        <a:ext cx="450850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9" name="连接符: 肘形 358">
            <a:extLst>
              <a:ext uri="{FF2B5EF4-FFF2-40B4-BE49-F238E27FC236}">
                <a16:creationId xmlns:a16="http://schemas.microsoft.com/office/drawing/2014/main" id="{4EE02407-496B-44E8-A679-C0DF3DDD8987}"/>
              </a:ext>
            </a:extLst>
          </p:cNvPr>
          <p:cNvCxnSpPr>
            <a:cxnSpLocks/>
            <a:stCxn id="215" idx="0"/>
            <a:endCxn id="358" idx="2"/>
          </p:cNvCxnSpPr>
          <p:nvPr/>
        </p:nvCxnSpPr>
        <p:spPr>
          <a:xfrm rot="5400000" flipH="1" flipV="1">
            <a:off x="7235510" y="309413"/>
            <a:ext cx="358219" cy="26544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连接符: 肘形 359">
            <a:extLst>
              <a:ext uri="{FF2B5EF4-FFF2-40B4-BE49-F238E27FC236}">
                <a16:creationId xmlns:a16="http://schemas.microsoft.com/office/drawing/2014/main" id="{590C02DA-AEC2-45E1-90CB-5786737813D1}"/>
              </a:ext>
            </a:extLst>
          </p:cNvPr>
          <p:cNvCxnSpPr>
            <a:cxnSpLocks/>
            <a:stCxn id="239" idx="0"/>
            <a:endCxn id="358" idx="2"/>
          </p:cNvCxnSpPr>
          <p:nvPr/>
        </p:nvCxnSpPr>
        <p:spPr>
          <a:xfrm rot="16200000" flipV="1">
            <a:off x="8564091" y="1635256"/>
            <a:ext cx="355484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/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mean</m:t>
                      </m:r>
                    </m:oMath>
                  </m:oMathPara>
                </a14:m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EA0DDDBD-C6B9-496D-AD49-52200731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721" y="1315953"/>
                <a:ext cx="74454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7" name="文本框 246">
            <a:extLst>
              <a:ext uri="{FF2B5EF4-FFF2-40B4-BE49-F238E27FC236}">
                <a16:creationId xmlns:a16="http://schemas.microsoft.com/office/drawing/2014/main" id="{14538BB4-EDC2-4D80-B8A9-B0740D5B913E}"/>
              </a:ext>
            </a:extLst>
          </p:cNvPr>
          <p:cNvSpPr txBox="1"/>
          <p:nvPr/>
        </p:nvSpPr>
        <p:spPr>
          <a:xfrm>
            <a:off x="127167" y="1349445"/>
            <a:ext cx="3909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BPTT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已经解决了什么？</a:t>
            </a:r>
          </a:p>
        </p:txBody>
      </p: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84444FEB-EB99-4652-8CD8-0417A8A73263}"/>
              </a:ext>
            </a:extLst>
          </p:cNvPr>
          <p:cNvCxnSpPr>
            <a:cxnSpLocks/>
          </p:cNvCxnSpPr>
          <p:nvPr/>
        </p:nvCxnSpPr>
        <p:spPr>
          <a:xfrm>
            <a:off x="8946512" y="1211908"/>
            <a:ext cx="81661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9" name="对象 248">
            <a:extLst>
              <a:ext uri="{FF2B5EF4-FFF2-40B4-BE49-F238E27FC236}">
                <a16:creationId xmlns:a16="http://schemas.microsoft.com/office/drawing/2014/main" id="{3DE0C9F2-A054-437F-910D-15BC2AFAE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5823" y="974594"/>
          <a:ext cx="416131" cy="48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1" name="Equation" r:id="rId11" imgW="152280" imgH="177480" progId="Equation.DSMT4">
                  <p:embed/>
                </p:oleObj>
              </mc:Choice>
              <mc:Fallback>
                <p:oleObj name="Equation" r:id="rId11" imgW="152280" imgH="177480" progId="Equation.DSMT4">
                  <p:embed/>
                  <p:pic>
                    <p:nvPicPr>
                      <p:cNvPr id="249" name="对象 248">
                        <a:extLst>
                          <a:ext uri="{FF2B5EF4-FFF2-40B4-BE49-F238E27FC236}">
                            <a16:creationId xmlns:a16="http://schemas.microsoft.com/office/drawing/2014/main" id="{3DE0C9F2-A054-437F-910D-15BC2AFAEE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25823" y="974594"/>
                        <a:ext cx="416131" cy="485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2D6AB4EC-596E-4207-A8AB-D1742EB167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199" y="2190316"/>
            <a:ext cx="5108974" cy="419819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7FBD96-215E-49D5-8177-5B1B2E6E922A}"/>
              </a:ext>
            </a:extLst>
          </p:cNvPr>
          <p:cNvSpPr/>
          <p:nvPr/>
        </p:nvSpPr>
        <p:spPr>
          <a:xfrm>
            <a:off x="5385557" y="2456539"/>
            <a:ext cx="1455342" cy="11898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CCB9294F-B987-426F-82AF-A24A3A05866C}"/>
              </a:ext>
            </a:extLst>
          </p:cNvPr>
          <p:cNvSpPr/>
          <p:nvPr/>
        </p:nvSpPr>
        <p:spPr>
          <a:xfrm>
            <a:off x="8014407" y="2456539"/>
            <a:ext cx="1455342" cy="11898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124A07E-7CE1-46E5-B4F4-293AE34816D9}"/>
              </a:ext>
            </a:extLst>
          </p:cNvPr>
          <p:cNvSpPr/>
          <p:nvPr/>
        </p:nvSpPr>
        <p:spPr>
          <a:xfrm>
            <a:off x="10605256" y="2456539"/>
            <a:ext cx="1455342" cy="11898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D5CB8814-94DB-4D62-964E-180BCF236774}"/>
              </a:ext>
            </a:extLst>
          </p:cNvPr>
          <p:cNvSpPr/>
          <p:nvPr/>
        </p:nvSpPr>
        <p:spPr>
          <a:xfrm>
            <a:off x="5385557" y="4373449"/>
            <a:ext cx="1455342" cy="11898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945FE0D-9286-4758-B026-4A7B5F231921}"/>
              </a:ext>
            </a:extLst>
          </p:cNvPr>
          <p:cNvSpPr/>
          <p:nvPr/>
        </p:nvSpPr>
        <p:spPr>
          <a:xfrm>
            <a:off x="8032199" y="4366576"/>
            <a:ext cx="1455342" cy="11898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2CCB118-6034-4EA9-924A-31FCD12BFCA0}"/>
              </a:ext>
            </a:extLst>
          </p:cNvPr>
          <p:cNvSpPr/>
          <p:nvPr/>
        </p:nvSpPr>
        <p:spPr>
          <a:xfrm>
            <a:off x="10611914" y="4389912"/>
            <a:ext cx="1455342" cy="11898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522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5F97415-9DA9-4A63-8082-8F4CACB04FEB}"/>
                  </a:ext>
                </a:extLst>
              </p:cNvPr>
              <p:cNvSpPr txBox="1"/>
              <p:nvPr/>
            </p:nvSpPr>
            <p:spPr>
              <a:xfrm>
                <a:off x="47413" y="1816052"/>
                <a:ext cx="3142827" cy="370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放电：</m:t>
                      </m:r>
                      <m:r>
                        <a:rPr lang="zh-CN" altLang="en-US" sz="180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800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sz="18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1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b>
                          </m:sSub>
                          <m:r>
                            <a:rPr lang="zh-CN" altLang="en-US" sz="1800" i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5F97415-9DA9-4A63-8082-8F4CACB04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3" y="1816052"/>
                <a:ext cx="3142827" cy="370935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文本框 94">
            <a:extLst>
              <a:ext uri="{FF2B5EF4-FFF2-40B4-BE49-F238E27FC236}">
                <a16:creationId xmlns:a16="http://schemas.microsoft.com/office/drawing/2014/main" id="{887F0661-1A13-4805-A6CE-25EBF0FCC28E}"/>
              </a:ext>
            </a:extLst>
          </p:cNvPr>
          <p:cNvSpPr txBox="1"/>
          <p:nvPr/>
        </p:nvSpPr>
        <p:spPr>
          <a:xfrm>
            <a:off x="174580" y="1184368"/>
            <a:ext cx="3909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梯度替代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0F0551-12B9-4F89-9398-221205C05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33" y="2722611"/>
            <a:ext cx="1939126" cy="6047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62BF25-54E8-4ECA-A1F6-852266CD7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33" y="3730570"/>
            <a:ext cx="2372618" cy="69742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1C6DCE55-FD5C-4215-95A3-C1A0E81BB0AD}"/>
              </a:ext>
            </a:extLst>
          </p:cNvPr>
          <p:cNvSpPr txBox="1"/>
          <p:nvPr/>
        </p:nvSpPr>
        <p:spPr>
          <a:xfrm>
            <a:off x="168233" y="2238134"/>
            <a:ext cx="307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222832"/>
                </a:solidFill>
                <a:effectLst/>
                <a:latin typeface="system-ui"/>
              </a:rPr>
              <a:t>Heaviside</a:t>
            </a:r>
            <a:r>
              <a:rPr lang="zh-CN" altLang="en-US" b="0" i="0" dirty="0">
                <a:solidFill>
                  <a:srgbClr val="222832"/>
                </a:solidFill>
                <a:effectLst/>
                <a:latin typeface="system-ui"/>
              </a:rPr>
              <a:t>阶跃函数：</a:t>
            </a:r>
            <a:endParaRPr lang="zh-CN" altLang="en-US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C221F8C-ABBC-4043-94F3-745A0581036B}"/>
              </a:ext>
            </a:extLst>
          </p:cNvPr>
          <p:cNvSpPr txBox="1"/>
          <p:nvPr/>
        </p:nvSpPr>
        <p:spPr>
          <a:xfrm>
            <a:off x="168233" y="3370565"/>
            <a:ext cx="4771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22832"/>
                </a:solidFill>
                <a:effectLst/>
                <a:latin typeface="system-ui"/>
              </a:rPr>
              <a:t>其导数为冲激函数，</a:t>
            </a:r>
            <a:r>
              <a:rPr lang="zh-CN" altLang="en-US" dirty="0"/>
              <a:t>几乎处处为 </a:t>
            </a:r>
            <a:r>
              <a:rPr lang="en-US" altLang="zh-CN" dirty="0"/>
              <a:t>0</a:t>
            </a:r>
            <a:r>
              <a:rPr lang="zh-CN" altLang="en-US" b="0" i="0" dirty="0">
                <a:solidFill>
                  <a:srgbClr val="222832"/>
                </a:solidFill>
                <a:effectLst/>
                <a:latin typeface="system-ui"/>
              </a:rPr>
              <a:t>：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2DA4198-F883-4AEF-8397-C59C5BE28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1678" y="1308008"/>
            <a:ext cx="6942909" cy="51849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26F6DE1-E753-4199-ACA2-5B853BC30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065" y="4543203"/>
            <a:ext cx="4324053" cy="194973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ACC71AA-7F05-48E8-B895-FE814D48987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052" y="3660085"/>
            <a:ext cx="1168474" cy="1200300"/>
          </a:xfrm>
          <a:prstGeom prst="rect">
            <a:avLst/>
          </a:prstGeom>
        </p:spPr>
      </p:pic>
      <p:sp>
        <p:nvSpPr>
          <p:cNvPr id="108" name="对话气泡: 矩形 107">
            <a:extLst>
              <a:ext uri="{FF2B5EF4-FFF2-40B4-BE49-F238E27FC236}">
                <a16:creationId xmlns:a16="http://schemas.microsoft.com/office/drawing/2014/main" id="{719D812A-ACC7-4E74-9888-6105FF6C069E}"/>
              </a:ext>
            </a:extLst>
          </p:cNvPr>
          <p:cNvSpPr/>
          <p:nvPr/>
        </p:nvSpPr>
        <p:spPr>
          <a:xfrm>
            <a:off x="2469050" y="2738881"/>
            <a:ext cx="2380658" cy="519551"/>
          </a:xfrm>
          <a:prstGeom prst="wedgeRectCallout">
            <a:avLst>
              <a:gd name="adj1" fmla="val 32422"/>
              <a:gd name="adj2" fmla="val 11741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梯度给我拿好的啊😡</a:t>
            </a:r>
            <a:endParaRPr lang="zh-C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A533AE-5914-4D9E-8983-83CBEE816BFF}"/>
              </a:ext>
            </a:extLst>
          </p:cNvPr>
          <p:cNvSpPr txBox="1"/>
          <p:nvPr/>
        </p:nvSpPr>
        <p:spPr>
          <a:xfrm>
            <a:off x="4186661" y="4389314"/>
            <a:ext cx="11017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rgbClr val="FF0000"/>
                </a:solidFill>
                <a:effectLst/>
                <a:latin typeface="system-ui"/>
              </a:rPr>
              <a:t>优化器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927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87F0661-1A13-4805-A6CE-25EBF0FCC28E}"/>
              </a:ext>
            </a:extLst>
          </p:cNvPr>
          <p:cNvSpPr txBox="1"/>
          <p:nvPr/>
        </p:nvSpPr>
        <p:spPr>
          <a:xfrm>
            <a:off x="174580" y="1184368"/>
            <a:ext cx="3909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梯度替代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B4A528-7737-4A17-AE99-723BF043CA98}"/>
              </a:ext>
            </a:extLst>
          </p:cNvPr>
          <p:cNvSpPr txBox="1"/>
          <p:nvPr/>
        </p:nvSpPr>
        <p:spPr>
          <a:xfrm>
            <a:off x="5314950" y="1167580"/>
            <a:ext cx="7537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hlinkClick r:id="rId3"/>
              </a:rPr>
              <a:t>spikingjelly.activation_based.surrogate</a:t>
            </a:r>
            <a:r>
              <a:rPr lang="en-US" altLang="zh-CN" dirty="0">
                <a:hlinkClick r:id="rId3"/>
              </a:rPr>
              <a:t> module — </a:t>
            </a:r>
            <a:r>
              <a:rPr lang="en-US" altLang="zh-CN" dirty="0" err="1">
                <a:hlinkClick r:id="rId3"/>
              </a:rPr>
              <a:t>spikingjelly</a:t>
            </a:r>
            <a:r>
              <a:rPr lang="en-US" altLang="zh-CN" dirty="0">
                <a:hlinkClick r:id="rId3"/>
              </a:rPr>
              <a:t> </a:t>
            </a:r>
            <a:r>
              <a:rPr lang="zh-CN" altLang="en-US" dirty="0">
                <a:hlinkClick r:id="rId3"/>
              </a:rPr>
              <a:t>文档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F4C96B-A8E8-4A0D-8FD1-DEE8B344347C}"/>
              </a:ext>
            </a:extLst>
          </p:cNvPr>
          <p:cNvSpPr txBox="1"/>
          <p:nvPr/>
        </p:nvSpPr>
        <p:spPr>
          <a:xfrm>
            <a:off x="174580" y="1752084"/>
            <a:ext cx="642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梯度替代函数应该满足什么条件？🤔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730F1E-141D-4BFB-B818-1A3579DCA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07" y="2227467"/>
            <a:ext cx="4096092" cy="43057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1C08E5-E6C1-475C-BE6A-5C1EAAE48B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863" y="2688091"/>
            <a:ext cx="7242457" cy="390744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E0A0EC4-7B01-4A3E-971D-A4CE3819EE80}"/>
              </a:ext>
            </a:extLst>
          </p:cNvPr>
          <p:cNvSpPr txBox="1"/>
          <p:nvPr/>
        </p:nvSpPr>
        <p:spPr>
          <a:xfrm>
            <a:off x="4724400" y="2227467"/>
            <a:ext cx="642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选择替代函数的</a:t>
            </a:r>
            <a:r>
              <a:rPr lang="zh-CN" altLang="en-US" dirty="0">
                <a:solidFill>
                  <a:srgbClr val="C00000"/>
                </a:solidFill>
              </a:rPr>
              <a:t>核心原则</a:t>
            </a:r>
          </a:p>
        </p:txBody>
      </p:sp>
    </p:spTree>
    <p:extLst>
      <p:ext uri="{BB962C8B-B14F-4D97-AF65-F5344CB8AC3E}">
        <p14:creationId xmlns:p14="http://schemas.microsoft.com/office/powerpoint/2010/main" val="221456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87F0661-1A13-4805-A6CE-25EBF0FCC28E}"/>
              </a:ext>
            </a:extLst>
          </p:cNvPr>
          <p:cNvSpPr txBox="1"/>
          <p:nvPr/>
        </p:nvSpPr>
        <p:spPr>
          <a:xfrm>
            <a:off x="174580" y="1184368"/>
            <a:ext cx="3909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梯度替代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B4A528-7737-4A17-AE99-723BF043CA98}"/>
              </a:ext>
            </a:extLst>
          </p:cNvPr>
          <p:cNvSpPr txBox="1"/>
          <p:nvPr/>
        </p:nvSpPr>
        <p:spPr>
          <a:xfrm>
            <a:off x="5331883" y="1230534"/>
            <a:ext cx="6572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hlinkClick r:id="rId3"/>
              </a:rPr>
              <a:t>spikingjelly.activation_based.surrogate</a:t>
            </a:r>
            <a:r>
              <a:rPr lang="en-US" altLang="zh-CN" dirty="0">
                <a:hlinkClick r:id="rId3"/>
              </a:rPr>
              <a:t> module — </a:t>
            </a:r>
            <a:r>
              <a:rPr lang="en-US" altLang="zh-CN" dirty="0" err="1">
                <a:hlinkClick r:id="rId3"/>
              </a:rPr>
              <a:t>spikingjelly</a:t>
            </a:r>
            <a:r>
              <a:rPr lang="en-US" altLang="zh-CN" dirty="0">
                <a:hlinkClick r:id="rId3"/>
              </a:rPr>
              <a:t> </a:t>
            </a:r>
            <a:r>
              <a:rPr lang="zh-CN" altLang="en-US" dirty="0">
                <a:hlinkClick r:id="rId3"/>
              </a:rPr>
              <a:t>文档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F4C96B-A8E8-4A0D-8FD1-DEE8B344347C}"/>
              </a:ext>
            </a:extLst>
          </p:cNvPr>
          <p:cNvSpPr txBox="1"/>
          <p:nvPr/>
        </p:nvSpPr>
        <p:spPr>
          <a:xfrm>
            <a:off x="174580" y="1752084"/>
            <a:ext cx="642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几个梯度替代函数：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88465E-57D4-4A41-8D79-A1388222A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14" y="3230820"/>
            <a:ext cx="4939287" cy="347394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AAB91D6-BB3D-44DB-B1A8-2B78FDE2F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43" y="2165984"/>
            <a:ext cx="2870854" cy="5101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366EB94-562A-4324-B169-B4CA7722D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32" y="2676117"/>
            <a:ext cx="3569029" cy="31261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E0F5AF-FEDF-4678-9CD3-D528A3E81D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9998" y="3230819"/>
            <a:ext cx="5221183" cy="35395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3951D4F-5A99-44B2-8586-FDF5C08D7E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3067" y="1873225"/>
            <a:ext cx="2544536" cy="5855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7DDFB6-D3AE-441B-80C1-C7CEED7CB0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084" y="2521259"/>
            <a:ext cx="2080023" cy="52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82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87F0661-1A13-4805-A6CE-25EBF0FCC28E}"/>
              </a:ext>
            </a:extLst>
          </p:cNvPr>
          <p:cNvSpPr txBox="1"/>
          <p:nvPr/>
        </p:nvSpPr>
        <p:spPr>
          <a:xfrm>
            <a:off x="174580" y="1184368"/>
            <a:ext cx="3909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梯度替代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B4A528-7737-4A17-AE99-723BF043CA98}"/>
              </a:ext>
            </a:extLst>
          </p:cNvPr>
          <p:cNvSpPr txBox="1"/>
          <p:nvPr/>
        </p:nvSpPr>
        <p:spPr>
          <a:xfrm>
            <a:off x="5331883" y="1230534"/>
            <a:ext cx="6572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hlinkClick r:id="rId3"/>
              </a:rPr>
              <a:t>spikingjelly.activation_based.surrogate</a:t>
            </a:r>
            <a:r>
              <a:rPr lang="en-US" altLang="zh-CN" dirty="0">
                <a:hlinkClick r:id="rId3"/>
              </a:rPr>
              <a:t> module — </a:t>
            </a:r>
            <a:r>
              <a:rPr lang="en-US" altLang="zh-CN" dirty="0" err="1">
                <a:hlinkClick r:id="rId3"/>
              </a:rPr>
              <a:t>spikingjelly</a:t>
            </a:r>
            <a:r>
              <a:rPr lang="en-US" altLang="zh-CN" dirty="0">
                <a:hlinkClick r:id="rId3"/>
              </a:rPr>
              <a:t> </a:t>
            </a:r>
            <a:r>
              <a:rPr lang="zh-CN" altLang="en-US" dirty="0">
                <a:hlinkClick r:id="rId3"/>
              </a:rPr>
              <a:t>文档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1F4C96B-A8E8-4A0D-8FD1-DEE8B344347C}"/>
              </a:ext>
            </a:extLst>
          </p:cNvPr>
          <p:cNvSpPr txBox="1"/>
          <p:nvPr/>
        </p:nvSpPr>
        <p:spPr>
          <a:xfrm>
            <a:off x="174580" y="1752084"/>
            <a:ext cx="642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几个梯度替代函数：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C08BAE-3AD4-4020-9971-1F090E62E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19" y="3693781"/>
            <a:ext cx="4588377" cy="31642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AA7CA1-FD64-4CDB-974D-E6A3D346C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047" y="2165984"/>
            <a:ext cx="2467054" cy="5744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D79AE02-FCE8-424E-8030-36C9A770A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047" y="2740434"/>
            <a:ext cx="3069126" cy="8041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9603394-07BA-454B-863F-6D0A1CB230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3063" y="3588289"/>
            <a:ext cx="4398484" cy="326971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C80695B-F870-45B0-AB6F-041616817B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3517" y="1858890"/>
            <a:ext cx="2260716" cy="62233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A1207CD-5353-4C7D-BE02-0A0F3177FA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3517" y="2583470"/>
            <a:ext cx="2457576" cy="37466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D72A8C1-487D-44F8-ACFB-115F3327DE9D}"/>
              </a:ext>
            </a:extLst>
          </p:cNvPr>
          <p:cNvSpPr txBox="1"/>
          <p:nvPr/>
        </p:nvSpPr>
        <p:spPr>
          <a:xfrm>
            <a:off x="9514233" y="3359950"/>
            <a:ext cx="2179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22832"/>
                </a:solidFill>
                <a:effectLst/>
                <a:latin typeface="system-ui"/>
              </a:rPr>
              <a:t>矩形窗替代函数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A953AE-0F8E-4E09-8846-615DEF02330D}"/>
              </a:ext>
            </a:extLst>
          </p:cNvPr>
          <p:cNvSpPr txBox="1"/>
          <p:nvPr/>
        </p:nvSpPr>
        <p:spPr>
          <a:xfrm>
            <a:off x="4084360" y="3362152"/>
            <a:ext cx="1449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22832"/>
                </a:solidFill>
                <a:effectLst/>
                <a:latin typeface="system-ui"/>
              </a:rPr>
              <a:t>三角形函数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1275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87F0661-1A13-4805-A6CE-25EBF0FCC28E}"/>
              </a:ext>
            </a:extLst>
          </p:cNvPr>
          <p:cNvSpPr txBox="1"/>
          <p:nvPr/>
        </p:nvSpPr>
        <p:spPr>
          <a:xfrm>
            <a:off x="174579" y="1235095"/>
            <a:ext cx="4878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梯度替代函数用哪个好？难说！🤣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B4A528-7737-4A17-AE99-723BF043CA98}"/>
              </a:ext>
            </a:extLst>
          </p:cNvPr>
          <p:cNvSpPr txBox="1"/>
          <p:nvPr/>
        </p:nvSpPr>
        <p:spPr>
          <a:xfrm>
            <a:off x="5331883" y="1230534"/>
            <a:ext cx="6572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hlinkClick r:id="rId3"/>
              </a:rPr>
              <a:t>spikingjelly.activation_based.surrogate</a:t>
            </a:r>
            <a:r>
              <a:rPr lang="en-US" altLang="zh-CN" dirty="0">
                <a:hlinkClick r:id="rId3"/>
              </a:rPr>
              <a:t> module — </a:t>
            </a:r>
            <a:r>
              <a:rPr lang="en-US" altLang="zh-CN" dirty="0" err="1">
                <a:hlinkClick r:id="rId3"/>
              </a:rPr>
              <a:t>spikingjelly</a:t>
            </a:r>
            <a:r>
              <a:rPr lang="en-US" altLang="zh-CN" dirty="0">
                <a:hlinkClick r:id="rId3"/>
              </a:rPr>
              <a:t> </a:t>
            </a:r>
            <a:r>
              <a:rPr lang="zh-CN" altLang="en-US" dirty="0">
                <a:hlinkClick r:id="rId3"/>
              </a:rPr>
              <a:t>文档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7535F7D-286C-417F-B0D7-756110ADA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79" y="2407357"/>
            <a:ext cx="4356781" cy="343445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1787483-B813-4866-8314-6C4231BB5129}"/>
              </a:ext>
            </a:extLst>
          </p:cNvPr>
          <p:cNvSpPr txBox="1"/>
          <p:nvPr/>
        </p:nvSpPr>
        <p:spPr>
          <a:xfrm>
            <a:off x="152109" y="6058264"/>
            <a:ext cx="52922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Eshraghian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J K, Ward M, </a:t>
            </a:r>
            <a:r>
              <a:rPr lang="en-US" altLang="zh-CN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Neftci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 O, et al. Training spiking neural networks using lessons from deep learning[J]. Proceedings of the IEEE, 2023, 111(9): 1016-1054.</a:t>
            </a:r>
            <a:endParaRPr lang="zh-CN" altLang="en-US" sz="1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00E153-0AAF-49F6-B01F-B05D2FB65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835" y="2407357"/>
            <a:ext cx="6320964" cy="2017329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A0FE927-9845-4943-A29A-BDDE16F2E3A9}"/>
              </a:ext>
            </a:extLst>
          </p:cNvPr>
          <p:cNvSpPr/>
          <p:nvPr/>
        </p:nvSpPr>
        <p:spPr>
          <a:xfrm>
            <a:off x="5749081" y="3416021"/>
            <a:ext cx="5477718" cy="1718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03C97B-D075-43EA-8DED-78AB90D78465}"/>
              </a:ext>
            </a:extLst>
          </p:cNvPr>
          <p:cNvSpPr txBox="1"/>
          <p:nvPr/>
        </p:nvSpPr>
        <p:spPr>
          <a:xfrm>
            <a:off x="152109" y="1872117"/>
            <a:ext cx="642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snnTorch</a:t>
            </a:r>
            <a:r>
              <a:rPr lang="zh-CN" altLang="en-US" dirty="0"/>
              <a:t>：</a:t>
            </a:r>
            <a:r>
              <a:rPr lang="en-US" altLang="zh-CN" dirty="0"/>
              <a:t>arctan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DDF5141-DBA6-4751-88BC-E7066B7E7426}"/>
              </a:ext>
            </a:extLst>
          </p:cNvPr>
          <p:cNvSpPr txBox="1"/>
          <p:nvPr/>
        </p:nvSpPr>
        <p:spPr>
          <a:xfrm>
            <a:off x="4905835" y="1886461"/>
            <a:ext cx="642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+mj-lt"/>
              </a:rPr>
              <a:t>SpikingJelly</a:t>
            </a:r>
            <a:r>
              <a:rPr lang="zh-CN" altLang="en-US" dirty="0">
                <a:latin typeface="+mj-lt"/>
              </a:rPr>
              <a:t>：</a:t>
            </a:r>
            <a:r>
              <a:rPr lang="en-US" altLang="zh-CN" dirty="0">
                <a:latin typeface="+mj-lt"/>
              </a:rPr>
              <a:t> Sigmoid</a:t>
            </a:r>
            <a:endParaRPr lang="zh-CN" altLang="en-US" dirty="0">
              <a:latin typeface="+mj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F88974-C2F6-4E0E-B420-D753FDCDA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868" y="4691633"/>
            <a:ext cx="1963852" cy="18716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819A27-EBDF-44DA-8825-A6CFDD06890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208" y="4691633"/>
            <a:ext cx="1861062" cy="187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98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250CCD-839E-4932-8E53-F59D4C50BE1B}"/>
              </a:ext>
            </a:extLst>
          </p:cNvPr>
          <p:cNvSpPr txBox="1"/>
          <p:nvPr/>
        </p:nvSpPr>
        <p:spPr>
          <a:xfrm>
            <a:off x="174579" y="1235095"/>
            <a:ext cx="3909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再看一下代码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31EAB6-1D72-4716-8C53-0C57177C6106}"/>
              </a:ext>
            </a:extLst>
          </p:cNvPr>
          <p:cNvSpPr txBox="1"/>
          <p:nvPr/>
        </p:nvSpPr>
        <p:spPr>
          <a:xfrm>
            <a:off x="174578" y="1764068"/>
            <a:ext cx="5393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BPTT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zh-CN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autograd</a:t>
            </a:r>
            <a:r>
              <a:rPr lang="zh-CN" altLang="en-US" dirty="0">
                <a:highlight>
                  <a:srgbClr val="FFFF00"/>
                </a:highlight>
              </a:rPr>
              <a:t>自动实现</a:t>
            </a:r>
            <a:endParaRPr lang="zh-CN" altLang="en-US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5DC1505-7633-4274-9D37-588A7CBAF46A}"/>
              </a:ext>
            </a:extLst>
          </p:cNvPr>
          <p:cNvSpPr txBox="1"/>
          <p:nvPr/>
        </p:nvSpPr>
        <p:spPr>
          <a:xfrm>
            <a:off x="174577" y="2133400"/>
            <a:ext cx="5393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梯度替代：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b="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  <a:r>
              <a:rPr lang="zh-CN" altLang="en-US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中手动实现</a:t>
            </a:r>
            <a:endParaRPr lang="en-US" altLang="zh-CN" dirty="0"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8773A7-ACBE-452E-A807-6419A2D49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77" y="2676048"/>
            <a:ext cx="6699381" cy="40275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8FA61EE-859C-4619-A3EA-AC478CEBA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380" y="2502732"/>
            <a:ext cx="5115043" cy="4200887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16220B0C-7116-4CF4-B429-FC6247F5CA2B}"/>
              </a:ext>
            </a:extLst>
          </p:cNvPr>
          <p:cNvSpPr/>
          <p:nvPr/>
        </p:nvSpPr>
        <p:spPr>
          <a:xfrm>
            <a:off x="7759491" y="4292599"/>
            <a:ext cx="1495634" cy="14148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58A7E02-754A-402C-B0C4-35A457E44E26}"/>
              </a:ext>
            </a:extLst>
          </p:cNvPr>
          <p:cNvSpPr/>
          <p:nvPr/>
        </p:nvSpPr>
        <p:spPr>
          <a:xfrm>
            <a:off x="8005334" y="6082466"/>
            <a:ext cx="3698985" cy="14148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98C750A-6C8A-49B4-A1C5-CE95F4F4CC20}"/>
              </a:ext>
            </a:extLst>
          </p:cNvPr>
          <p:cNvSpPr txBox="1"/>
          <p:nvPr/>
        </p:nvSpPr>
        <p:spPr>
          <a:xfrm>
            <a:off x="1732772" y="3984822"/>
            <a:ext cx="3732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前向传播：仍然使用真实的硬脉冲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4E7E67-0E71-4B31-BF54-4149453C375C}"/>
              </a:ext>
            </a:extLst>
          </p:cNvPr>
          <p:cNvSpPr txBox="1"/>
          <p:nvPr/>
        </p:nvSpPr>
        <p:spPr>
          <a:xfrm>
            <a:off x="3524267" y="4693660"/>
            <a:ext cx="24159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保存反向传播需要的信息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6EBE5B-0D5D-4457-A5C1-1B583D1C7A0D}"/>
              </a:ext>
            </a:extLst>
          </p:cNvPr>
          <p:cNvSpPr txBox="1"/>
          <p:nvPr/>
        </p:nvSpPr>
        <p:spPr>
          <a:xfrm>
            <a:off x="3585286" y="5591325"/>
            <a:ext cx="1879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取出保存的信息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042FCF-1023-40A7-8003-9564E364D0E7}"/>
              </a:ext>
            </a:extLst>
          </p:cNvPr>
          <p:cNvSpPr txBox="1"/>
          <p:nvPr/>
        </p:nvSpPr>
        <p:spPr>
          <a:xfrm>
            <a:off x="3173482" y="5954298"/>
            <a:ext cx="2990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复制一份后面传回来的梯度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CB797EB-23E7-430C-BF16-0611BBA92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425" y="1336592"/>
            <a:ext cx="3791145" cy="889046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635B13F4-8125-4BBF-936C-D0D8DC25F54E}"/>
              </a:ext>
            </a:extLst>
          </p:cNvPr>
          <p:cNvSpPr txBox="1"/>
          <p:nvPr/>
        </p:nvSpPr>
        <p:spPr>
          <a:xfrm>
            <a:off x="3047997" y="6326476"/>
            <a:ext cx="25196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把后面传回来的梯度乘上替代梯度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CA13FF5-F4F1-42E8-B500-336EA724AF10}"/>
              </a:ext>
            </a:extLst>
          </p:cNvPr>
          <p:cNvSpPr txBox="1"/>
          <p:nvPr/>
        </p:nvSpPr>
        <p:spPr>
          <a:xfrm>
            <a:off x="47414" y="6117255"/>
            <a:ext cx="12733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计算替代梯度</a:t>
            </a:r>
          </a:p>
        </p:txBody>
      </p:sp>
    </p:spTree>
    <p:extLst>
      <p:ext uri="{BB962C8B-B14F-4D97-AF65-F5344CB8AC3E}">
        <p14:creationId xmlns:p14="http://schemas.microsoft.com/office/powerpoint/2010/main" val="1474378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9F59A87-DD23-4C76-AF83-2E70580E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7" y="1511063"/>
            <a:ext cx="9962029" cy="36786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FFE0946-815A-4AF6-B9B5-DFD6DE59A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595" y="4325189"/>
            <a:ext cx="7221032" cy="23795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27C0D5A-591C-4BB7-B79B-41785AC67BE5}"/>
              </a:ext>
            </a:extLst>
          </p:cNvPr>
          <p:cNvSpPr txBox="1"/>
          <p:nvPr/>
        </p:nvSpPr>
        <p:spPr>
          <a:xfrm>
            <a:off x="126177" y="1141731"/>
            <a:ext cx="642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不严谨测试：</a:t>
            </a:r>
          </a:p>
        </p:txBody>
      </p:sp>
    </p:spTree>
    <p:extLst>
      <p:ext uri="{BB962C8B-B14F-4D97-AF65-F5344CB8AC3E}">
        <p14:creationId xmlns:p14="http://schemas.microsoft.com/office/powerpoint/2010/main" val="4159524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49DC55-BC73-4B1B-82A1-96A0893B8D70}"/>
              </a:ext>
            </a:extLst>
          </p:cNvPr>
          <p:cNvSpPr txBox="1"/>
          <p:nvPr/>
        </p:nvSpPr>
        <p:spPr>
          <a:xfrm>
            <a:off x="41381" y="1167580"/>
            <a:ext cx="4878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如果不用梯度替代会怎么样？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9F59E3-36F1-4629-9BA6-0BBFD829E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13" y="5374413"/>
            <a:ext cx="9618074" cy="14251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3C90DB1-4FA8-4E5C-89B1-97FF99F67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13" y="2074803"/>
            <a:ext cx="4473243" cy="31463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F464FC4-6034-47F5-8267-CB80CD3846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329" y="1316375"/>
            <a:ext cx="5145272" cy="26699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8CFD96F-C0ED-469A-BF6B-1E2252BF26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376" y="4139544"/>
            <a:ext cx="4403280" cy="99207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162886F-6307-4930-B014-68C4D12AEA02}"/>
              </a:ext>
            </a:extLst>
          </p:cNvPr>
          <p:cNvSpPr txBox="1"/>
          <p:nvPr/>
        </p:nvSpPr>
        <p:spPr>
          <a:xfrm>
            <a:off x="487680" y="1636819"/>
            <a:ext cx="3495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no_surrogate_gradient_probe.py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A0026A-FC02-4DDA-BDD9-75412A432DAE}"/>
              </a:ext>
            </a:extLst>
          </p:cNvPr>
          <p:cNvSpPr/>
          <p:nvPr/>
        </p:nvSpPr>
        <p:spPr>
          <a:xfrm>
            <a:off x="2774570" y="6555561"/>
            <a:ext cx="2276586" cy="22200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6D81C8-0A69-4504-A47E-A1D9F262D8C8}"/>
              </a:ext>
            </a:extLst>
          </p:cNvPr>
          <p:cNvSpPr/>
          <p:nvPr/>
        </p:nvSpPr>
        <p:spPr>
          <a:xfrm>
            <a:off x="6641720" y="3064685"/>
            <a:ext cx="2762630" cy="68816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890AE7-1BD5-466E-B53F-FB36C0284A36}"/>
              </a:ext>
            </a:extLst>
          </p:cNvPr>
          <p:cNvSpPr txBox="1"/>
          <p:nvPr/>
        </p:nvSpPr>
        <p:spPr>
          <a:xfrm>
            <a:off x="8407417" y="2677334"/>
            <a:ext cx="24159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打印全连接层的梯度</a:t>
            </a:r>
          </a:p>
        </p:txBody>
      </p:sp>
    </p:spTree>
    <p:extLst>
      <p:ext uri="{BB962C8B-B14F-4D97-AF65-F5344CB8AC3E}">
        <p14:creationId xmlns:p14="http://schemas.microsoft.com/office/powerpoint/2010/main" val="4202944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的反向传播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49DC55-BC73-4B1B-82A1-96A0893B8D70}"/>
              </a:ext>
            </a:extLst>
          </p:cNvPr>
          <p:cNvSpPr txBox="1"/>
          <p:nvPr/>
        </p:nvSpPr>
        <p:spPr>
          <a:xfrm>
            <a:off x="41381" y="1167580"/>
            <a:ext cx="4878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如果不用梯度替代会怎么样？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162886F-6307-4930-B014-68C4D12AEA02}"/>
              </a:ext>
            </a:extLst>
          </p:cNvPr>
          <p:cNvSpPr txBox="1"/>
          <p:nvPr/>
        </p:nvSpPr>
        <p:spPr>
          <a:xfrm>
            <a:off x="487680" y="1636819"/>
            <a:ext cx="3495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no_surrogate_training_compare.py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31B53B-4C70-4B3F-96EC-C35713CD8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23" y="2167995"/>
            <a:ext cx="8773885" cy="453677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EDEFD8B-2385-404E-8C1E-178CD7850DDE}"/>
              </a:ext>
            </a:extLst>
          </p:cNvPr>
          <p:cNvSpPr/>
          <p:nvPr/>
        </p:nvSpPr>
        <p:spPr>
          <a:xfrm>
            <a:off x="2805346" y="4877098"/>
            <a:ext cx="764201" cy="190300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42968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6915</TotalTime>
  <Words>1583</Words>
  <Application>Microsoft Office PowerPoint</Application>
  <PresentationFormat>宽屏</PresentationFormat>
  <Paragraphs>446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FZSSK--GBK1-0</vt:lpstr>
      <vt:lpstr>system-ui</vt:lpstr>
      <vt:lpstr>等线</vt:lpstr>
      <vt:lpstr>钉钉进步体</vt:lpstr>
      <vt:lpstr>Microsoft yahei</vt:lpstr>
      <vt:lpstr>Arial</vt:lpstr>
      <vt:lpstr>Calibri</vt:lpstr>
      <vt:lpstr>Cambria Math</vt:lpstr>
      <vt:lpstr>Roboto</vt:lpstr>
      <vt:lpstr>Times New Roman</vt:lpstr>
      <vt:lpstr>WPS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ssx</dc:creator>
  <cp:lastModifiedBy>尚轩 石</cp:lastModifiedBy>
  <cp:revision>594</cp:revision>
  <dcterms:created xsi:type="dcterms:W3CDTF">2023-08-09T12:44:00Z</dcterms:created>
  <dcterms:modified xsi:type="dcterms:W3CDTF">2026-07-27T15:39:13Z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