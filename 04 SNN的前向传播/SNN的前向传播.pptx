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80" r:id="rId3"/>
    <p:sldId id="281" r:id="rId4"/>
    <p:sldId id="283" r:id="rId5"/>
    <p:sldId id="284" r:id="rId6"/>
    <p:sldId id="288" r:id="rId7"/>
    <p:sldId id="289" r:id="rId8"/>
    <p:sldId id="290" r:id="rId9"/>
    <p:sldId id="291" r:id="rId10"/>
    <p:sldId id="292" r:id="rId11"/>
    <p:sldId id="300" r:id="rId12"/>
    <p:sldId id="303" r:id="rId13"/>
    <p:sldId id="285" r:id="rId14"/>
    <p:sldId id="293" r:id="rId15"/>
    <p:sldId id="294" r:id="rId16"/>
    <p:sldId id="295" r:id="rId17"/>
    <p:sldId id="286" r:id="rId18"/>
    <p:sldId id="298" r:id="rId19"/>
    <p:sldId id="299" r:id="rId20"/>
    <p:sldId id="301" r:id="rId21"/>
    <p:sldId id="296" r:id="rId22"/>
    <p:sldId id="297" r:id="rId23"/>
    <p:sldId id="302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15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92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8QhQztE6E/?spm_id_from=333.1387.homepage.video_card.click&amp;vd_source=07c44be34f0e73ec66347ccd7aa3908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2.png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8.png"/><Relationship Id="rId4" Type="http://schemas.openxmlformats.org/officeDocument/2006/relationships/hyperlink" Target="https://spikingjelly.readthedocs.io/zh-cn/latest/tutorials/cn/basic_concept.html" TargetMode="Externa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4.png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microsoft.com/office/2007/relationships/hdphoto" Target="../media/hdphoto1.wdp"/><Relationship Id="rId4" Type="http://schemas.openxmlformats.org/officeDocument/2006/relationships/image" Target="../media/image9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4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pikingjelly.readthedocs.io/zh-cn/latest/tutorials/cn/basic_concept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5738499-9130-43B9-B0C4-C7DA2FA45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58B6E28-652F-43E2-A021-2CF626F6CDAB}"/>
              </a:ext>
            </a:extLst>
          </p:cNvPr>
          <p:cNvSpPr txBox="1"/>
          <p:nvPr/>
        </p:nvSpPr>
        <p:spPr>
          <a:xfrm>
            <a:off x="9230051" y="6282328"/>
            <a:ext cx="3158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B</a:t>
            </a:r>
            <a:r>
              <a:rPr lang="zh-CN" altLang="en-US" sz="1800" b="1" dirty="0"/>
              <a:t>站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Github</a:t>
            </a:r>
            <a:r>
              <a:rPr lang="zh-CN" altLang="en-US" sz="1800" b="1" dirty="0"/>
              <a:t>：</a:t>
            </a:r>
            <a:r>
              <a:rPr lang="en-US" altLang="zh-CN" sz="1800" b="1" dirty="0" err="1"/>
              <a:t>Mouseminar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3020107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831159" y="153231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上期视频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B1D8B89-5B01-4D8A-8CD7-19213DF6CC39}"/>
              </a:ext>
            </a:extLst>
          </p:cNvPr>
          <p:cNvSpPr txBox="1"/>
          <p:nvPr/>
        </p:nvSpPr>
        <p:spPr>
          <a:xfrm>
            <a:off x="487680" y="1373555"/>
            <a:ext cx="790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【SNN</a:t>
            </a:r>
            <a:r>
              <a:rPr lang="zh-CN" altLang="en-US" dirty="0">
                <a:hlinkClick r:id="rId3"/>
              </a:rPr>
              <a:t>脉冲神经网络入门实战</a:t>
            </a:r>
            <a:r>
              <a:rPr lang="en-US" altLang="zh-CN" dirty="0">
                <a:hlinkClick r:id="rId3"/>
              </a:rPr>
              <a:t>03】</a:t>
            </a:r>
            <a:r>
              <a:rPr lang="zh-CN" altLang="en-US" dirty="0">
                <a:hlinkClick r:id="rId3"/>
              </a:rPr>
              <a:t>快速搭建一个</a:t>
            </a:r>
            <a:r>
              <a:rPr lang="en-US" altLang="zh-CN" dirty="0">
                <a:hlinkClick r:id="rId3"/>
              </a:rPr>
              <a:t>SNN_</a:t>
            </a:r>
            <a:r>
              <a:rPr lang="zh-CN" altLang="en-US" dirty="0">
                <a:hlinkClick r:id="rId3"/>
              </a:rPr>
              <a:t>哔哩哔哩</a:t>
            </a:r>
            <a:r>
              <a:rPr lang="en-US" altLang="zh-CN" dirty="0">
                <a:hlinkClick r:id="rId3"/>
              </a:rPr>
              <a:t>_</a:t>
            </a:r>
            <a:r>
              <a:rPr lang="en-US" altLang="zh-CN" dirty="0" err="1">
                <a:hlinkClick r:id="rId3"/>
              </a:rPr>
              <a:t>bilibili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CCDB84-9EEE-4E22-8FBF-2B2091328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84" y="2005836"/>
            <a:ext cx="4236416" cy="45880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74513AF-157D-484C-BB8A-D2820A102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904" y="2005836"/>
            <a:ext cx="5680387" cy="458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4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E9CF4F-727F-44C8-AA5A-32DECE1FD940}"/>
              </a:ext>
            </a:extLst>
          </p:cNvPr>
          <p:cNvSpPr txBox="1"/>
          <p:nvPr/>
        </p:nvSpPr>
        <p:spPr>
          <a:xfrm>
            <a:off x="8697701" y="1033279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4"/>
              </a:rPr>
              <a:t>基本概念 </a:t>
            </a:r>
            <a:r>
              <a:rPr lang="en-US" altLang="zh-CN" dirty="0">
                <a:hlinkClick r:id="rId4"/>
              </a:rPr>
              <a:t>— </a:t>
            </a:r>
            <a:r>
              <a:rPr lang="en-US" altLang="zh-CN" dirty="0" err="1">
                <a:hlinkClick r:id="rId4"/>
              </a:rPr>
              <a:t>spikingjelly</a:t>
            </a:r>
            <a:r>
              <a:rPr lang="en-US" altLang="zh-CN" dirty="0">
                <a:hlinkClick r:id="rId4"/>
              </a:rPr>
              <a:t> </a:t>
            </a:r>
            <a:r>
              <a:rPr lang="zh-CN" altLang="en-US" dirty="0">
                <a:hlinkClick r:id="rId4"/>
              </a:rPr>
              <a:t>文档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5A7211-D3AA-4D5E-B44E-59737F618638}"/>
              </a:ext>
            </a:extLst>
          </p:cNvPr>
          <p:cNvSpPr txBox="1"/>
          <p:nvPr/>
        </p:nvSpPr>
        <p:spPr>
          <a:xfrm>
            <a:off x="299096" y="1079446"/>
            <a:ext cx="74987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和普通 </a:t>
            </a:r>
            <a:r>
              <a:rPr lang="en-US" altLang="zh-CN" dirty="0"/>
              <a:t>ANN </a:t>
            </a:r>
            <a:r>
              <a:rPr lang="zh-CN" altLang="en-US" dirty="0"/>
              <a:t>不同，</a:t>
            </a:r>
            <a:r>
              <a:rPr lang="en-US" altLang="zh-CN" dirty="0"/>
              <a:t>SNN </a:t>
            </a:r>
            <a:r>
              <a:rPr lang="zh-CN" altLang="en-US" dirty="0"/>
              <a:t>不只是沿着</a:t>
            </a:r>
            <a:r>
              <a:rPr lang="zh-CN" altLang="en-US" b="1" dirty="0"/>
              <a:t>网络深度</a:t>
            </a:r>
            <a:r>
              <a:rPr lang="zh-CN" altLang="en-US" dirty="0"/>
              <a:t>传播，还要沿着</a:t>
            </a:r>
            <a:r>
              <a:rPr lang="zh-CN" altLang="en-US" b="1" dirty="0"/>
              <a:t>时间步</a:t>
            </a:r>
            <a:r>
              <a:rPr lang="zh-CN" altLang="en-US" dirty="0"/>
              <a:t>传播，因此它的计算图有两个维度：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EDDE3F-496E-476F-B89C-62094AE3CC30}"/>
              </a:ext>
            </a:extLst>
          </p:cNvPr>
          <p:cNvSpPr txBox="1"/>
          <p:nvPr/>
        </p:nvSpPr>
        <p:spPr>
          <a:xfrm>
            <a:off x="299096" y="1838122"/>
            <a:ext cx="6386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时间维度</a:t>
            </a:r>
            <a:r>
              <a:rPr lang="zh-CN" altLang="en-US" dirty="0"/>
              <a:t>：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B055C0D1-3FA4-46C2-82F5-175E70253C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859271"/>
              </p:ext>
            </p:extLst>
          </p:nvPr>
        </p:nvGraphicFramePr>
        <p:xfrm>
          <a:off x="1873784" y="1818828"/>
          <a:ext cx="1627023" cy="426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Equation" r:id="rId5" imgW="774360" imgH="203040" progId="Equation.DSMT4">
                  <p:embed/>
                </p:oleObj>
              </mc:Choice>
              <mc:Fallback>
                <p:oleObj name="Equation" r:id="rId5" imgW="774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73784" y="1818828"/>
                        <a:ext cx="1627023" cy="426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BD18C458-E048-40B7-9539-60A98348CF66}"/>
              </a:ext>
            </a:extLst>
          </p:cNvPr>
          <p:cNvSpPr txBox="1"/>
          <p:nvPr/>
        </p:nvSpPr>
        <p:spPr>
          <a:xfrm>
            <a:off x="299096" y="2303912"/>
            <a:ext cx="3004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空间（网络深度）维度</a:t>
            </a:r>
            <a:r>
              <a:rPr lang="zh-CN" altLang="en-US" dirty="0"/>
              <a:t>：</a:t>
            </a: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6E5E6442-72F5-4361-8838-1CA92202BE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1231866"/>
              </p:ext>
            </p:extLst>
          </p:nvPr>
        </p:nvGraphicFramePr>
        <p:xfrm>
          <a:off x="3232708" y="2264882"/>
          <a:ext cx="1569869" cy="411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Equation" r:id="rId7" imgW="774360" imgH="203040" progId="Equation.DSMT4">
                  <p:embed/>
                </p:oleObj>
              </mc:Choice>
              <mc:Fallback>
                <p:oleObj name="Equation" r:id="rId7" imgW="774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2708" y="2264882"/>
                        <a:ext cx="1569869" cy="411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31">
            <a:extLst>
              <a:ext uri="{FF2B5EF4-FFF2-40B4-BE49-F238E27FC236}">
                <a16:creationId xmlns:a16="http://schemas.microsoft.com/office/drawing/2014/main" id="{7CB4BB5E-C047-437F-A088-818C55A27F85}"/>
              </a:ext>
            </a:extLst>
          </p:cNvPr>
          <p:cNvSpPr txBox="1"/>
          <p:nvPr/>
        </p:nvSpPr>
        <p:spPr>
          <a:xfrm>
            <a:off x="299096" y="28617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所以</a:t>
            </a:r>
            <a:r>
              <a:rPr lang="en-US" altLang="zh-CN" dirty="0"/>
              <a:t>SNN</a:t>
            </a:r>
            <a:r>
              <a:rPr lang="zh-CN" altLang="en-US" dirty="0"/>
              <a:t>前向传播有两种常见组织方式：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BEAF07D-E9DF-4490-A2BD-CE487BC1CF3B}"/>
              </a:ext>
            </a:extLst>
          </p:cNvPr>
          <p:cNvSpPr txBox="1"/>
          <p:nvPr/>
        </p:nvSpPr>
        <p:spPr>
          <a:xfrm>
            <a:off x="5836317" y="3429000"/>
            <a:ext cx="4374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）逐层（</a:t>
            </a:r>
            <a:r>
              <a:rPr lang="en-US" altLang="zh-CN" b="1" dirty="0"/>
              <a:t>layer</a:t>
            </a:r>
            <a:r>
              <a:rPr lang="zh-CN" altLang="en-US" b="1" dirty="0"/>
              <a:t>）传播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FAAE2D8E-7169-495B-80B0-91A5113876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5895" y="3928520"/>
            <a:ext cx="4399204" cy="2464476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3E8145B3-F5E9-4F6C-A5A0-E56CCF5F85E8}"/>
              </a:ext>
            </a:extLst>
          </p:cNvPr>
          <p:cNvSpPr txBox="1"/>
          <p:nvPr/>
        </p:nvSpPr>
        <p:spPr>
          <a:xfrm>
            <a:off x="349878" y="3429000"/>
            <a:ext cx="3671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）逐步（</a:t>
            </a:r>
            <a:r>
              <a:rPr lang="en-US" altLang="zh-CN" b="1" dirty="0"/>
              <a:t>timestep</a:t>
            </a:r>
            <a:r>
              <a:rPr lang="zh-CN" altLang="en-US" b="1" dirty="0"/>
              <a:t>）传播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AC3E2411-3B92-49F0-99BE-314092E7D2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478" y="3798332"/>
            <a:ext cx="4737248" cy="2914056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914A6481-4AB4-4A01-AD0D-8BFF67D6BA0F}"/>
              </a:ext>
            </a:extLst>
          </p:cNvPr>
          <p:cNvSpPr txBox="1"/>
          <p:nvPr/>
        </p:nvSpPr>
        <p:spPr>
          <a:xfrm>
            <a:off x="5319500" y="2302073"/>
            <a:ext cx="6573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两种传播方式，只是计算顺序不同，最终结果是一致的</a:t>
            </a:r>
          </a:p>
        </p:txBody>
      </p:sp>
    </p:spTree>
    <p:extLst>
      <p:ext uri="{BB962C8B-B14F-4D97-AF65-F5344CB8AC3E}">
        <p14:creationId xmlns:p14="http://schemas.microsoft.com/office/powerpoint/2010/main" val="70494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6010105-C353-407E-B871-48398E4695E9}"/>
              </a:ext>
            </a:extLst>
          </p:cNvPr>
          <p:cNvSpPr/>
          <p:nvPr/>
        </p:nvSpPr>
        <p:spPr>
          <a:xfrm>
            <a:off x="2790898" y="1939391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50592C1-8A05-4BBA-8B13-084E80BECF81}"/>
              </a:ext>
            </a:extLst>
          </p:cNvPr>
          <p:cNvSpPr/>
          <p:nvPr/>
        </p:nvSpPr>
        <p:spPr>
          <a:xfrm>
            <a:off x="2790898" y="2796196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9247365-9636-451C-8FA2-535EF790B5CF}"/>
              </a:ext>
            </a:extLst>
          </p:cNvPr>
          <p:cNvSpPr/>
          <p:nvPr/>
        </p:nvSpPr>
        <p:spPr>
          <a:xfrm>
            <a:off x="4444079" y="194221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159A86F-5A76-494C-99D6-AE196E953162}"/>
              </a:ext>
            </a:extLst>
          </p:cNvPr>
          <p:cNvSpPr/>
          <p:nvPr/>
        </p:nvSpPr>
        <p:spPr>
          <a:xfrm>
            <a:off x="4444079" y="280309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8DF8FE4-28AC-4EFA-AE0B-DB79DAD8EB0E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3204306" y="2146092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D7369D27-93AE-4795-A287-E4B2DFCAA5CF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3204306" y="2146090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94ECBF7-62BE-4F69-9C06-A55ED5F495B3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3204306" y="2146090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AAF0928-3106-4603-809F-2EFEA3688042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3204306" y="3002897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7E6D4604-F4A4-4A62-B104-AD7B16261769}"/>
              </a:ext>
            </a:extLst>
          </p:cNvPr>
          <p:cNvSpPr/>
          <p:nvPr/>
        </p:nvSpPr>
        <p:spPr>
          <a:xfrm>
            <a:off x="3253627" y="2065143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D3647D2-6B39-46B3-9205-B4B65D59FFF6}"/>
              </a:ext>
            </a:extLst>
          </p:cNvPr>
          <p:cNvSpPr/>
          <p:nvPr/>
        </p:nvSpPr>
        <p:spPr>
          <a:xfrm>
            <a:off x="5917802" y="1938146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B7A1F9E-E7B2-4C7E-8709-3CCDCE4950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44118" y="1958739"/>
            <a:ext cx="355124" cy="366565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484F08CD-613A-4094-892C-BABA815A8F22}"/>
              </a:ext>
            </a:extLst>
          </p:cNvPr>
          <p:cNvSpPr/>
          <p:nvPr/>
        </p:nvSpPr>
        <p:spPr>
          <a:xfrm>
            <a:off x="5917802" y="2799021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B0FCCCA-303A-419A-A478-AC1DAC4DC3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944118" y="2819614"/>
            <a:ext cx="355124" cy="36656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AC00732B-94B5-4EC1-A9AB-662112B0DB21}"/>
              </a:ext>
            </a:extLst>
          </p:cNvPr>
          <p:cNvSpPr/>
          <p:nvPr/>
        </p:nvSpPr>
        <p:spPr>
          <a:xfrm>
            <a:off x="4840570" y="2081393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8658302-F94C-44E2-8899-DD6D82F96E19}"/>
              </a:ext>
            </a:extLst>
          </p:cNvPr>
          <p:cNvCxnSpPr>
            <a:stCxn id="6" idx="6"/>
            <a:endCxn id="13" idx="2"/>
          </p:cNvCxnSpPr>
          <p:nvPr/>
        </p:nvCxnSpPr>
        <p:spPr>
          <a:xfrm flipV="1">
            <a:off x="4851835" y="2142021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D717D29-EA6C-4F92-B651-B474D3622EB5}"/>
              </a:ext>
            </a:extLst>
          </p:cNvPr>
          <p:cNvCxnSpPr>
            <a:cxnSpLocks/>
            <a:stCxn id="7" idx="6"/>
            <a:endCxn id="15" idx="2"/>
          </p:cNvCxnSpPr>
          <p:nvPr/>
        </p:nvCxnSpPr>
        <p:spPr>
          <a:xfrm flipV="1">
            <a:off x="4851835" y="3002896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59D0E2DD-F7F2-49D2-9417-E9E2C2EF328A}"/>
              </a:ext>
            </a:extLst>
          </p:cNvPr>
          <p:cNvSpPr txBox="1"/>
          <p:nvPr/>
        </p:nvSpPr>
        <p:spPr>
          <a:xfrm>
            <a:off x="3417596" y="15851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5893BDD-DB5B-4B78-B574-1ECFFC6DD9A9}"/>
              </a:ext>
            </a:extLst>
          </p:cNvPr>
          <p:cNvSpPr txBox="1"/>
          <p:nvPr/>
        </p:nvSpPr>
        <p:spPr>
          <a:xfrm>
            <a:off x="5059701" y="15851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5F1F64-7F6B-4976-8450-FFE7F16FA018}"/>
              </a:ext>
            </a:extLst>
          </p:cNvPr>
          <p:cNvSpPr txBox="1"/>
          <p:nvPr/>
        </p:nvSpPr>
        <p:spPr>
          <a:xfrm>
            <a:off x="5148578" y="2105181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02BA7D0-DC1E-4D9E-B97E-9159146291A6}"/>
              </a:ext>
            </a:extLst>
          </p:cNvPr>
          <p:cNvSpPr txBox="1"/>
          <p:nvPr/>
        </p:nvSpPr>
        <p:spPr>
          <a:xfrm>
            <a:off x="5149115" y="2638279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DD95DD1-8AB0-4638-BFE7-79E33C75D679}"/>
              </a:ext>
            </a:extLst>
          </p:cNvPr>
          <p:cNvSpPr/>
          <p:nvPr/>
        </p:nvSpPr>
        <p:spPr>
          <a:xfrm>
            <a:off x="7568643" y="194221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3253C5C-E4FB-4970-97C1-512225D7DB9E}"/>
              </a:ext>
            </a:extLst>
          </p:cNvPr>
          <p:cNvSpPr/>
          <p:nvPr/>
        </p:nvSpPr>
        <p:spPr>
          <a:xfrm>
            <a:off x="7568643" y="280309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9A90BCD-8C74-4F7A-9A7F-F2BC3953112B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6328870" y="2146092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2E3108F-8908-4703-9083-7F07A372969B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6328870" y="2146090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25AC67D-8249-4A48-83CD-208B78D2DF07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6328870" y="2146090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7ABD2ABE-82F9-4F8B-9047-68A8525898E3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6328870" y="3002897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EC5BEEDE-E198-48C7-B5B4-AFA433E6E86B}"/>
              </a:ext>
            </a:extLst>
          </p:cNvPr>
          <p:cNvSpPr/>
          <p:nvPr/>
        </p:nvSpPr>
        <p:spPr>
          <a:xfrm>
            <a:off x="6378191" y="2065143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2B226E3-37F6-4621-89BA-AF6A4EA55F1C}"/>
              </a:ext>
            </a:extLst>
          </p:cNvPr>
          <p:cNvSpPr txBox="1"/>
          <p:nvPr/>
        </p:nvSpPr>
        <p:spPr>
          <a:xfrm>
            <a:off x="6542160" y="15851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F650C70-C9BF-48BE-990C-B0670DD0B89E}"/>
              </a:ext>
            </a:extLst>
          </p:cNvPr>
          <p:cNvSpPr/>
          <p:nvPr/>
        </p:nvSpPr>
        <p:spPr>
          <a:xfrm>
            <a:off x="9054084" y="191755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83590D0A-E30B-49C0-8569-98FC6D3183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80400" y="1938146"/>
            <a:ext cx="355124" cy="366565"/>
          </a:xfrm>
          <a:prstGeom prst="rect">
            <a:avLst/>
          </a:prstGeom>
        </p:spPr>
      </p:pic>
      <p:sp>
        <p:nvSpPr>
          <p:cNvPr id="36" name="椭圆 35">
            <a:extLst>
              <a:ext uri="{FF2B5EF4-FFF2-40B4-BE49-F238E27FC236}">
                <a16:creationId xmlns:a16="http://schemas.microsoft.com/office/drawing/2014/main" id="{7D707DCE-8D7C-44D1-AE44-76947EFE3790}"/>
              </a:ext>
            </a:extLst>
          </p:cNvPr>
          <p:cNvSpPr/>
          <p:nvPr/>
        </p:nvSpPr>
        <p:spPr>
          <a:xfrm>
            <a:off x="9054084" y="277842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EA9B1303-81B6-4660-A848-EA76FD9650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080400" y="2799021"/>
            <a:ext cx="355124" cy="366565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E923B322-C234-425F-B7A0-C419F4EB6FE5}"/>
              </a:ext>
            </a:extLst>
          </p:cNvPr>
          <p:cNvSpPr/>
          <p:nvPr/>
        </p:nvSpPr>
        <p:spPr>
          <a:xfrm>
            <a:off x="7976852" y="206080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2A0321C-F28D-4A60-8639-F26AC1D40F70}"/>
              </a:ext>
            </a:extLst>
          </p:cNvPr>
          <p:cNvCxnSpPr>
            <a:endCxn id="34" idx="2"/>
          </p:cNvCxnSpPr>
          <p:nvPr/>
        </p:nvCxnSpPr>
        <p:spPr>
          <a:xfrm flipV="1">
            <a:off x="7988117" y="212142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7AA5949-0E61-4B5E-B424-2153F6485E8B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7988117" y="298230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05972BCC-38F3-4606-B47D-51CEBB1D89CA}"/>
              </a:ext>
            </a:extLst>
          </p:cNvPr>
          <p:cNvSpPr txBox="1"/>
          <p:nvPr/>
        </p:nvSpPr>
        <p:spPr>
          <a:xfrm>
            <a:off x="8195983" y="15645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D63E268-1531-47D7-BB5F-EF63D8BDC38A}"/>
              </a:ext>
            </a:extLst>
          </p:cNvPr>
          <p:cNvSpPr txBox="1"/>
          <p:nvPr/>
        </p:nvSpPr>
        <p:spPr>
          <a:xfrm>
            <a:off x="8284860" y="208458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D57A9EF-A632-459E-8C5A-3BA510644667}"/>
              </a:ext>
            </a:extLst>
          </p:cNvPr>
          <p:cNvSpPr txBox="1"/>
          <p:nvPr/>
        </p:nvSpPr>
        <p:spPr>
          <a:xfrm>
            <a:off x="8285397" y="261768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DE89C7C-A774-4C0E-901F-FC0EBA0774F0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9461840" y="2121428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0A75F9DD-BB21-47D0-B4CD-09013475DA2C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9461840" y="2982303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1FB9A3E-7F3B-4EC3-88AF-64EF9A60F682}"/>
              </a:ext>
            </a:extLst>
          </p:cNvPr>
          <p:cNvSpPr txBox="1"/>
          <p:nvPr/>
        </p:nvSpPr>
        <p:spPr>
          <a:xfrm>
            <a:off x="9887206" y="1873613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7C8BF0B-63A5-4B83-9AD9-0C53CCDB8860}"/>
              </a:ext>
            </a:extLst>
          </p:cNvPr>
          <p:cNvSpPr txBox="1"/>
          <p:nvPr/>
        </p:nvSpPr>
        <p:spPr>
          <a:xfrm>
            <a:off x="9887205" y="2728683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08FA2735-6FFD-4198-9CD6-FA5CAFA62B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819992" y="1958738"/>
            <a:ext cx="355124" cy="36656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62520252-28C9-478C-89D0-8BEB637A42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823380" y="2816987"/>
            <a:ext cx="355124" cy="366565"/>
          </a:xfrm>
          <a:prstGeom prst="rect">
            <a:avLst/>
          </a:prstGeom>
        </p:spPr>
      </p:pic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B6E34209-A37E-4BEF-8B74-BAF71E6E9790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2285226" y="2146092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69588AE-415B-4DAF-9915-DC09B888E7FD}"/>
              </a:ext>
            </a:extLst>
          </p:cNvPr>
          <p:cNvCxnSpPr>
            <a:cxnSpLocks/>
            <a:endCxn id="49" idx="3"/>
          </p:cNvCxnSpPr>
          <p:nvPr/>
        </p:nvCxnSpPr>
        <p:spPr>
          <a:xfrm>
            <a:off x="2305576" y="2995912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9334C4D-6E5E-4D24-817A-F06608F63635}"/>
              </a:ext>
            </a:extLst>
          </p:cNvPr>
          <p:cNvSpPr/>
          <p:nvPr/>
        </p:nvSpPr>
        <p:spPr>
          <a:xfrm>
            <a:off x="1219259" y="1873613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08B3115-9B40-4908-8F7A-BCA0330046F7}"/>
              </a:ext>
            </a:extLst>
          </p:cNvPr>
          <p:cNvSpPr txBox="1"/>
          <p:nvPr/>
        </p:nvSpPr>
        <p:spPr>
          <a:xfrm>
            <a:off x="2594218" y="3287517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34BDB17-811C-49D8-8752-FA6A83560F1D}"/>
              </a:ext>
            </a:extLst>
          </p:cNvPr>
          <p:cNvSpPr txBox="1"/>
          <p:nvPr/>
        </p:nvSpPr>
        <p:spPr>
          <a:xfrm>
            <a:off x="4483047" y="3293617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6B16A7F-0004-46EB-84F7-31B9EDC5F83A}"/>
              </a:ext>
            </a:extLst>
          </p:cNvPr>
          <p:cNvSpPr txBox="1"/>
          <p:nvPr/>
        </p:nvSpPr>
        <p:spPr>
          <a:xfrm>
            <a:off x="203242" y="121890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一个极简的例子：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8EDABCA-CCEC-4296-BBCF-DB7E07CCC6B9}"/>
              </a:ext>
            </a:extLst>
          </p:cNvPr>
          <p:cNvSpPr txBox="1"/>
          <p:nvPr/>
        </p:nvSpPr>
        <p:spPr>
          <a:xfrm>
            <a:off x="5969560" y="3293617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b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6CECC00-7347-4DF1-BDDC-802C3280F91C}"/>
              </a:ext>
            </a:extLst>
          </p:cNvPr>
          <p:cNvSpPr txBox="1"/>
          <p:nvPr/>
        </p:nvSpPr>
        <p:spPr>
          <a:xfrm>
            <a:off x="7597578" y="3293617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AA8B3AE-45E4-4799-B87C-5C892C502038}"/>
              </a:ext>
            </a:extLst>
          </p:cNvPr>
          <p:cNvSpPr txBox="1"/>
          <p:nvPr/>
        </p:nvSpPr>
        <p:spPr>
          <a:xfrm>
            <a:off x="9117982" y="3284316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441E2924-39A1-438B-A2A8-B4FF1102DACD}"/>
                  </a:ext>
                </a:extLst>
              </p:cNvPr>
              <p:cNvSpPr txBox="1"/>
              <p:nvPr/>
            </p:nvSpPr>
            <p:spPr>
              <a:xfrm>
                <a:off x="203242" y="3776313"/>
                <a:ext cx="3564425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/>
                  <a:t>参数设置：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:r>
                  <a:rPr lang="zh-CN" altLang="en-US" sz="2000" dirty="0"/>
                  <a:t>时间步：</a:t>
                </a:r>
                <a:r>
                  <a:rPr lang="en-US" altLang="zh-CN" sz="2000" b="1" dirty="0"/>
                  <a:t>T = 3</a:t>
                </a:r>
              </a:p>
              <a:p>
                <a:r>
                  <a:rPr lang="zh-CN" altLang="en-US" sz="2000" dirty="0"/>
                  <a:t>线性层权重：</a:t>
                </a:r>
                <a:r>
                  <a:rPr lang="en-US" altLang="zh-CN" sz="2000" dirty="0"/>
                  <a:t>W1= W2 = [1, 1</a:t>
                </a:r>
              </a:p>
              <a:p>
                <a:r>
                  <a:rPr lang="en-US" altLang="zh-CN" sz="2000" dirty="0"/>
                  <a:t>                                               1, 1]</a:t>
                </a:r>
              </a:p>
              <a:p>
                <a:r>
                  <a:rPr lang="zh-CN" altLang="en-US" sz="2000" dirty="0"/>
                  <a:t>线性层没有</a:t>
                </a:r>
                <a:r>
                  <a:rPr lang="en-US" altLang="zh-CN" sz="2000" dirty="0"/>
                  <a:t>bias</a:t>
                </a:r>
              </a:p>
              <a:p>
                <a:r>
                  <a:rPr lang="en-US" altLang="zh-CN" sz="2000" dirty="0"/>
                  <a:t>LIF</a:t>
                </a:r>
                <a:r>
                  <a:rPr lang="zh-CN" altLang="en-US" sz="2000" dirty="0"/>
                  <a:t>阈值 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/>
                  <a:t>= 1</a:t>
                </a:r>
              </a:p>
              <a:p>
                <a:r>
                  <a:rPr lang="en-US" altLang="zh-CN" sz="2000" dirty="0"/>
                  <a:t>LIF</a:t>
                </a:r>
                <a:r>
                  <a:rPr lang="zh-CN" altLang="en-US" sz="2000" dirty="0"/>
                  <a:t>衰减系数：</a:t>
                </a:r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/>
                  <a:t>0.5</a:t>
                </a:r>
              </a:p>
              <a:p>
                <a:r>
                  <a:rPr lang="en-US" altLang="zh-CN" sz="2000" dirty="0"/>
                  <a:t>LIF</a:t>
                </a:r>
                <a:r>
                  <a:rPr lang="zh-CN" altLang="en-US" sz="2000" dirty="0"/>
                  <a:t>重置电位：</a:t>
                </a:r>
                <a:r>
                  <a:rPr lang="zh-CN" altLang="zh-CN" sz="2000" kern="100" dirty="0">
                    <a:effectLst/>
                    <a:ea typeface="Cambria Math" panose="02040503050406030204" pitchFamily="18" charset="0"/>
                    <a:cs typeface="MS Gothic" panose="020B0609070205080204" pitchFamily="49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S Gothic" panose="020B0609070205080204" pitchFamily="49" charset="-128"/>
                          </a:rPr>
                        </m:ctrlPr>
                      </m:sSubPr>
                      <m:e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MS Gothic" panose="020B0609070205080204" pitchFamily="49" charset="-128"/>
                          </a:rPr>
                          <m:t>𝑉</m:t>
                        </m:r>
                      </m:e>
                      <m:sub>
                        <m:r>
                          <a:rPr lang="en-US" altLang="zh-CN" sz="2000" b="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MS Gothic" panose="020B0609070205080204" pitchFamily="49" charset="-128"/>
                          </a:rPr>
                          <m:t>𝑟𝑒𝑠𝑒𝑡</m:t>
                        </m:r>
                      </m:sub>
                    </m:sSub>
                    <m:r>
                      <a:rPr lang="en-US" altLang="zh-CN" sz="2000" i="1" kern="100"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=0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441E2924-39A1-438B-A2A8-B4FF1102D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42" y="3776313"/>
                <a:ext cx="3564425" cy="2862322"/>
              </a:xfrm>
              <a:prstGeom prst="rect">
                <a:avLst/>
              </a:prstGeom>
              <a:blipFill>
                <a:blip r:embed="rId5"/>
                <a:stretch>
                  <a:fillRect l="-1709" t="-1277" b="-27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本框 62">
            <a:extLst>
              <a:ext uri="{FF2B5EF4-FFF2-40B4-BE49-F238E27FC236}">
                <a16:creationId xmlns:a16="http://schemas.microsoft.com/office/drawing/2014/main" id="{E831F447-8EFB-432F-A09B-D0CF04C98053}"/>
              </a:ext>
            </a:extLst>
          </p:cNvPr>
          <p:cNvSpPr txBox="1"/>
          <p:nvPr/>
        </p:nvSpPr>
        <p:spPr>
          <a:xfrm>
            <a:off x="3827895" y="3949601"/>
            <a:ext cx="35644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输入：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T1</a:t>
            </a:r>
            <a:r>
              <a:rPr lang="zh-CN" altLang="en-US" sz="2000" dirty="0"/>
              <a:t>时刻： </a:t>
            </a:r>
            <a:r>
              <a:rPr lang="en-US" altLang="zh-CN" sz="2000" dirty="0"/>
              <a:t>input[1] = [1,1]</a:t>
            </a:r>
          </a:p>
          <a:p>
            <a:r>
              <a:rPr lang="en-US" altLang="zh-CN" sz="2000" dirty="0"/>
              <a:t>T2</a:t>
            </a:r>
            <a:r>
              <a:rPr lang="zh-CN" altLang="en-US" sz="2000" dirty="0"/>
              <a:t>时刻： </a:t>
            </a:r>
            <a:r>
              <a:rPr lang="en-US" altLang="zh-CN" sz="2000" dirty="0"/>
              <a:t>input[2] = [1,0]</a:t>
            </a:r>
          </a:p>
          <a:p>
            <a:r>
              <a:rPr lang="en-US" altLang="zh-CN" sz="2000" dirty="0"/>
              <a:t>T3</a:t>
            </a:r>
            <a:r>
              <a:rPr lang="zh-CN" altLang="en-US" sz="2000" dirty="0"/>
              <a:t>时刻： </a:t>
            </a:r>
            <a:r>
              <a:rPr lang="en-US" altLang="zh-CN" sz="2000" dirty="0"/>
              <a:t>input[3] = [0,1]</a:t>
            </a:r>
          </a:p>
          <a:p>
            <a:endParaRPr lang="zh-CN" altLang="en-US" sz="20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C7A4A9C-0D1F-44BD-AA3A-6855980C3D1C}"/>
              </a:ext>
            </a:extLst>
          </p:cNvPr>
          <p:cNvSpPr txBox="1"/>
          <p:nvPr/>
        </p:nvSpPr>
        <p:spPr>
          <a:xfrm>
            <a:off x="6948756" y="3949601"/>
            <a:ext cx="44112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LIF</a:t>
            </a:r>
            <a:r>
              <a:rPr lang="zh-CN" altLang="en-US" sz="2000" dirty="0"/>
              <a:t>公式：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2CAD5F3-550C-466D-93B0-35ADA2DD4983}"/>
                  </a:ext>
                </a:extLst>
              </p:cNvPr>
              <p:cNvSpPr txBox="1"/>
              <p:nvPr/>
            </p:nvSpPr>
            <p:spPr>
              <a:xfrm>
                <a:off x="6968498" y="4524887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/>
                  <a:t>泄露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、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累积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18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zh-CN" altLang="en-US" sz="1800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1800" i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8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E2CAD5F3-550C-466D-93B0-35ADA2DD4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498" y="4524887"/>
                <a:ext cx="6096000" cy="369332"/>
              </a:xfrm>
              <a:prstGeom prst="rect">
                <a:avLst/>
              </a:prstGeom>
              <a:blipFill>
                <a:blip r:embed="rId6"/>
                <a:stretch>
                  <a:fillRect l="-80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6B80BDA4-887B-407F-82F9-A36AC522939E}"/>
                  </a:ext>
                </a:extLst>
              </p:cNvPr>
              <p:cNvSpPr txBox="1"/>
              <p:nvPr/>
            </p:nvSpPr>
            <p:spPr>
              <a:xfrm>
                <a:off x="7700095" y="4848135"/>
                <a:ext cx="49660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800" dirty="0"/>
                  <a:t>放电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CN" altLang="en-US" sz="18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𝛩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zh-CN" altLang="en-US" sz="18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</a:rPr>
                              <m:t>𝑡h</m:t>
                            </m:r>
                          </m:sub>
                        </m:sSub>
                        <m:r>
                          <a:rPr lang="zh-CN" altLang="en-US" sz="1800" i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</m:oMath>
                </a14:m>
                <a:endParaRPr lang="zh-CN" altLang="en-US" sz="1800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6B80BDA4-887B-407F-82F9-A36AC5229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095" y="4848135"/>
                <a:ext cx="4966038" cy="369332"/>
              </a:xfrm>
              <a:prstGeom prst="rect">
                <a:avLst/>
              </a:prstGeom>
              <a:blipFill>
                <a:blip r:embed="rId7"/>
                <a:stretch>
                  <a:fillRect l="-982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BE9F9112-DA1E-433D-A390-80178FC22CD8}"/>
                  </a:ext>
                </a:extLst>
              </p:cNvPr>
              <p:cNvSpPr txBox="1"/>
              <p:nvPr/>
            </p:nvSpPr>
            <p:spPr>
              <a:xfrm>
                <a:off x="7700095" y="5191558"/>
                <a:ext cx="49660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zh-CN" altLang="en-US" dirty="0"/>
                  <a:t>更新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zh-CN" altLang="zh-CN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zh-CN" sz="1800" kern="100" dirty="0">
                    <a:effectLst/>
                    <a:latin typeface="等线" panose="02010600030101010101" pitchFamily="2" charset="-122"/>
                    <a:ea typeface="MS Gothic" panose="020B0609070205080204" pitchFamily="49" charset="-128"/>
                    <a:cs typeface="MS Gothic" panose="020B0609070205080204" pitchFamily="49" charset="-128"/>
                  </a:rPr>
                  <a:t>​</a:t>
                </a:r>
                <a14:m>
                  <m:oMath xmlns:m="http://schemas.openxmlformats.org/officeDocument/2006/math">
                    <m:r>
                      <a:rPr lang="zh-CN" altLang="zh-CN" sz="1800" i="1" kern="100">
                        <a:effectLst/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⋅</m:t>
                    </m:r>
                    <m:sSub>
                      <m:sSubPr>
                        <m:ctrlPr>
                          <a:rPr lang="zh-CN" altLang="zh-CN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MS Gothic" panose="020B0609070205080204" pitchFamily="49" charset="-128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MS Gothic" panose="020B0609070205080204" pitchFamily="49" charset="-128"/>
                          </a:rPr>
                          <m:t>𝑉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MS Gothic" panose="020B0609070205080204" pitchFamily="49" charset="-128"/>
                          </a:rPr>
                          <m:t>𝑟𝑒𝑠𝑒𝑡</m:t>
                        </m:r>
                      </m:sub>
                    </m:sSub>
                    <m:r>
                      <a:rPr lang="en-US" altLang="zh-CN" sz="1800" i="1" kern="100">
                        <a:effectLst/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 </m:t>
                    </m:r>
                  </m:oMath>
                </a14:m>
                <a:r>
                  <a:rPr lang="en-US" altLang="zh-CN" sz="18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BE9F9112-DA1E-433D-A390-80178FC22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095" y="5191558"/>
                <a:ext cx="4966038" cy="369332"/>
              </a:xfrm>
              <a:prstGeom prst="rect">
                <a:avLst/>
              </a:prstGeom>
              <a:blipFill>
                <a:blip r:embed="rId8"/>
                <a:stretch>
                  <a:fillRect l="-982" t="-15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本框 69">
            <a:extLst>
              <a:ext uri="{FF2B5EF4-FFF2-40B4-BE49-F238E27FC236}">
                <a16:creationId xmlns:a16="http://schemas.microsoft.com/office/drawing/2014/main" id="{B3234473-0AC8-4DE3-83FD-C2C610A52C0C}"/>
              </a:ext>
            </a:extLst>
          </p:cNvPr>
          <p:cNvSpPr txBox="1"/>
          <p:nvPr/>
        </p:nvSpPr>
        <p:spPr>
          <a:xfrm>
            <a:off x="4533323" y="5932561"/>
            <a:ext cx="6536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highlight>
                  <a:srgbClr val="FFFF00"/>
                </a:highlight>
              </a:rPr>
              <a:t>试推导前向传播过程中的 </a:t>
            </a:r>
            <a:r>
              <a:rPr lang="en-US" altLang="zh-CN" sz="2400" dirty="0">
                <a:highlight>
                  <a:srgbClr val="FFFF00"/>
                </a:highlight>
              </a:rPr>
              <a:t>a</a:t>
            </a:r>
            <a:r>
              <a:rPr lang="zh-CN" altLang="en-US" sz="2400" dirty="0">
                <a:highlight>
                  <a:srgbClr val="FFFF00"/>
                </a:highlight>
              </a:rPr>
              <a:t>、</a:t>
            </a:r>
            <a:r>
              <a:rPr lang="en-US" altLang="zh-CN" sz="2400" dirty="0">
                <a:highlight>
                  <a:srgbClr val="FFFF00"/>
                </a:highlight>
              </a:rPr>
              <a:t>b</a:t>
            </a:r>
            <a:r>
              <a:rPr lang="zh-CN" altLang="en-US" sz="2400" dirty="0">
                <a:highlight>
                  <a:srgbClr val="FFFF00"/>
                </a:highlight>
              </a:rPr>
              <a:t>、</a:t>
            </a:r>
            <a:r>
              <a:rPr lang="en-US" altLang="zh-CN" sz="2400" dirty="0">
                <a:highlight>
                  <a:srgbClr val="FFFF00"/>
                </a:highlight>
              </a:rPr>
              <a:t>c</a:t>
            </a:r>
            <a:r>
              <a:rPr lang="zh-CN" altLang="en-US" sz="2400" dirty="0">
                <a:highlight>
                  <a:srgbClr val="FFFF00"/>
                </a:highlight>
              </a:rPr>
              <a:t>、</a:t>
            </a:r>
            <a:r>
              <a:rPr lang="en-US" altLang="zh-CN" sz="2400" dirty="0">
                <a:highlight>
                  <a:srgbClr val="FFFF00"/>
                </a:highlight>
              </a:rPr>
              <a:t>d</a:t>
            </a:r>
            <a:r>
              <a:rPr lang="zh-CN" altLang="en-US" sz="2400" dirty="0">
                <a:highlight>
                  <a:srgbClr val="FFFF00"/>
                </a:highlight>
              </a:rPr>
              <a:t>的值🤔</a:t>
            </a:r>
            <a:endParaRPr lang="en-US" altLang="zh-CN" sz="2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3966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1AE21F-48B6-4F70-B318-E3B0C2A13BB7}"/>
              </a:ext>
            </a:extLst>
          </p:cNvPr>
          <p:cNvSpPr txBox="1"/>
          <p:nvPr/>
        </p:nvSpPr>
        <p:spPr>
          <a:xfrm>
            <a:off x="194735" y="11675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方法</a:t>
            </a:r>
            <a:r>
              <a:rPr lang="en-US" altLang="zh-CN" sz="2000" dirty="0"/>
              <a:t>1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逐步传播</a:t>
            </a:r>
            <a:r>
              <a:rPr lang="en-US" altLang="zh-CN" sz="2000" dirty="0"/>
              <a:t>, </a:t>
            </a:r>
            <a:r>
              <a:rPr lang="zh-CN" altLang="en-US" sz="2000" dirty="0"/>
              <a:t>即每个时间步都完整走一遍网络：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B608E1-2E2F-4BE9-8D36-0B5C84407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110426"/>
            <a:ext cx="4105848" cy="457264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34B86815-90EC-499B-9888-559D129E6124}"/>
              </a:ext>
            </a:extLst>
          </p:cNvPr>
          <p:cNvSpPr/>
          <p:nvPr/>
        </p:nvSpPr>
        <p:spPr>
          <a:xfrm>
            <a:off x="3493632" y="2100258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A102890-2359-442B-9D8A-755B4BDB2930}"/>
              </a:ext>
            </a:extLst>
          </p:cNvPr>
          <p:cNvSpPr/>
          <p:nvPr/>
        </p:nvSpPr>
        <p:spPr>
          <a:xfrm>
            <a:off x="3493632" y="2957063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E77563D-228E-48F3-8ABD-6A6BDA8C1797}"/>
              </a:ext>
            </a:extLst>
          </p:cNvPr>
          <p:cNvSpPr/>
          <p:nvPr/>
        </p:nvSpPr>
        <p:spPr>
          <a:xfrm>
            <a:off x="5146813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77224D3-713D-45C4-80E6-A27676694251}"/>
              </a:ext>
            </a:extLst>
          </p:cNvPr>
          <p:cNvSpPr/>
          <p:nvPr/>
        </p:nvSpPr>
        <p:spPr>
          <a:xfrm>
            <a:off x="5146813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5C743B0-3759-4587-AC39-C529459357F9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3907040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FFC3757-AEB4-4C69-9255-4C846ACB9549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3907040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D66832E-0299-41AD-BD3D-43DCF4D598F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3907040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D9EA6A8-C293-4AB4-8747-E935CA929D77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3907040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252C52B-6531-4B36-A4E3-971BC11CBCD2}"/>
              </a:ext>
            </a:extLst>
          </p:cNvPr>
          <p:cNvSpPr/>
          <p:nvPr/>
        </p:nvSpPr>
        <p:spPr>
          <a:xfrm>
            <a:off x="3956361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5260363-5339-47DB-AC51-52F68CC3AEA1}"/>
              </a:ext>
            </a:extLst>
          </p:cNvPr>
          <p:cNvSpPr/>
          <p:nvPr/>
        </p:nvSpPr>
        <p:spPr>
          <a:xfrm>
            <a:off x="6620536" y="209901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DDB5350-4DA2-4179-BA11-665C70DCCE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46852" y="2119606"/>
            <a:ext cx="355124" cy="366565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530FBBAA-1921-4F9E-AB2C-18B0B162AD8C}"/>
              </a:ext>
            </a:extLst>
          </p:cNvPr>
          <p:cNvSpPr/>
          <p:nvPr/>
        </p:nvSpPr>
        <p:spPr>
          <a:xfrm>
            <a:off x="6620536" y="295988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30D6B90-EDDC-41A2-AB63-3F439DF0DE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46852" y="2980481"/>
            <a:ext cx="355124" cy="36656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51C0549-4135-4C81-AB70-1747BEF2C7F2}"/>
              </a:ext>
            </a:extLst>
          </p:cNvPr>
          <p:cNvSpPr/>
          <p:nvPr/>
        </p:nvSpPr>
        <p:spPr>
          <a:xfrm>
            <a:off x="5543304" y="224226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45F6BA-92CB-459F-85C6-8677F99A80F3}"/>
              </a:ext>
            </a:extLst>
          </p:cNvPr>
          <p:cNvCxnSpPr>
            <a:stCxn id="9" idx="6"/>
            <a:endCxn id="18" idx="2"/>
          </p:cNvCxnSpPr>
          <p:nvPr/>
        </p:nvCxnSpPr>
        <p:spPr>
          <a:xfrm flipV="1">
            <a:off x="5554569" y="230288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5A3A4C0-248C-4908-AB7D-09EF8F652D0D}"/>
              </a:ext>
            </a:extLst>
          </p:cNvPr>
          <p:cNvCxnSpPr>
            <a:cxnSpLocks/>
            <a:stCxn id="10" idx="6"/>
            <a:endCxn id="20" idx="2"/>
          </p:cNvCxnSpPr>
          <p:nvPr/>
        </p:nvCxnSpPr>
        <p:spPr>
          <a:xfrm flipV="1">
            <a:off x="5554569" y="316376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AB8E28E-B98E-447A-AACD-B876FAB05721}"/>
              </a:ext>
            </a:extLst>
          </p:cNvPr>
          <p:cNvSpPr txBox="1"/>
          <p:nvPr/>
        </p:nvSpPr>
        <p:spPr>
          <a:xfrm>
            <a:off x="4120330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7390830-1E7E-4942-A1F6-7E0A3B0846F1}"/>
              </a:ext>
            </a:extLst>
          </p:cNvPr>
          <p:cNvSpPr txBox="1"/>
          <p:nvPr/>
        </p:nvSpPr>
        <p:spPr>
          <a:xfrm>
            <a:off x="5762435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248B8E-14AF-476B-AB71-1F48D9677421}"/>
              </a:ext>
            </a:extLst>
          </p:cNvPr>
          <p:cNvSpPr txBox="1"/>
          <p:nvPr/>
        </p:nvSpPr>
        <p:spPr>
          <a:xfrm>
            <a:off x="5851312" y="226604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E6EF25C-7712-4F4C-B51E-F65DD0203B7D}"/>
              </a:ext>
            </a:extLst>
          </p:cNvPr>
          <p:cNvSpPr txBox="1"/>
          <p:nvPr/>
        </p:nvSpPr>
        <p:spPr>
          <a:xfrm>
            <a:off x="5851849" y="27991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D2898CA-D6FD-4167-8A0F-7FBEC98874B6}"/>
              </a:ext>
            </a:extLst>
          </p:cNvPr>
          <p:cNvSpPr/>
          <p:nvPr/>
        </p:nvSpPr>
        <p:spPr>
          <a:xfrm>
            <a:off x="8271377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7281DE40-FD0E-47F2-91DE-BC3A3E6377B6}"/>
              </a:ext>
            </a:extLst>
          </p:cNvPr>
          <p:cNvSpPr/>
          <p:nvPr/>
        </p:nvSpPr>
        <p:spPr>
          <a:xfrm>
            <a:off x="8271377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D116F3D-D7DD-4D2A-B7BC-0BE2AAB44EE7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031604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EE9D5C0-4674-48B8-B001-F8EB50FF8EDB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31604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8EC2357-1D6B-44E9-B002-58DFB811CA8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31604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46D889D-351B-46B9-9B86-78023C2207A6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031604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A068ABB3-E0F8-46FC-B404-3EA8AFEF2DBC}"/>
              </a:ext>
            </a:extLst>
          </p:cNvPr>
          <p:cNvSpPr/>
          <p:nvPr/>
        </p:nvSpPr>
        <p:spPr>
          <a:xfrm>
            <a:off x="7080925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5239A5-9FD4-48C3-A89C-3658CA53EFE4}"/>
              </a:ext>
            </a:extLst>
          </p:cNvPr>
          <p:cNvSpPr txBox="1"/>
          <p:nvPr/>
        </p:nvSpPr>
        <p:spPr>
          <a:xfrm>
            <a:off x="7244894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9844FA9-969B-4801-B71E-7ECCA9B51682}"/>
              </a:ext>
            </a:extLst>
          </p:cNvPr>
          <p:cNvSpPr/>
          <p:nvPr/>
        </p:nvSpPr>
        <p:spPr>
          <a:xfrm>
            <a:off x="9756818" y="207842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7516302-FD9A-4189-A229-EF8C7BA1CE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83134" y="2099013"/>
            <a:ext cx="355124" cy="366565"/>
          </a:xfrm>
          <a:prstGeom prst="rect">
            <a:avLst/>
          </a:prstGeom>
        </p:spPr>
      </p:pic>
      <p:sp>
        <p:nvSpPr>
          <p:cNvPr id="39" name="椭圆 38">
            <a:extLst>
              <a:ext uri="{FF2B5EF4-FFF2-40B4-BE49-F238E27FC236}">
                <a16:creationId xmlns:a16="http://schemas.microsoft.com/office/drawing/2014/main" id="{7515726F-D448-454F-B5AE-04B1A206D212}"/>
              </a:ext>
            </a:extLst>
          </p:cNvPr>
          <p:cNvSpPr/>
          <p:nvPr/>
        </p:nvSpPr>
        <p:spPr>
          <a:xfrm>
            <a:off x="9756818" y="293929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22152EE-FEE5-4626-8EF5-E9F73D2261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83134" y="2959888"/>
            <a:ext cx="355124" cy="366565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AA1E18C1-B806-4AE5-A120-A81D7D619D3C}"/>
              </a:ext>
            </a:extLst>
          </p:cNvPr>
          <p:cNvSpPr/>
          <p:nvPr/>
        </p:nvSpPr>
        <p:spPr>
          <a:xfrm>
            <a:off x="8679586" y="2221667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1E7772F-4E0D-46EE-80DF-0462B8C5A0D9}"/>
              </a:ext>
            </a:extLst>
          </p:cNvPr>
          <p:cNvCxnSpPr>
            <a:endCxn id="37" idx="2"/>
          </p:cNvCxnSpPr>
          <p:nvPr/>
        </p:nvCxnSpPr>
        <p:spPr>
          <a:xfrm flipV="1">
            <a:off x="8690851" y="2282295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9B618F1-3050-472D-9E2F-C1DAFFE07D45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8690851" y="3143170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20773B7-C265-4AD3-94C5-07C6444AA052}"/>
              </a:ext>
            </a:extLst>
          </p:cNvPr>
          <p:cNvSpPr txBox="1"/>
          <p:nvPr/>
        </p:nvSpPr>
        <p:spPr>
          <a:xfrm>
            <a:off x="8898717" y="1725420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A920905-04E1-46C3-9329-1210F3FB8D79}"/>
              </a:ext>
            </a:extLst>
          </p:cNvPr>
          <p:cNvSpPr txBox="1"/>
          <p:nvPr/>
        </p:nvSpPr>
        <p:spPr>
          <a:xfrm>
            <a:off x="8987594" y="2245455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50EFBB0-301B-44AD-8D7F-4F3CACE78752}"/>
              </a:ext>
            </a:extLst>
          </p:cNvPr>
          <p:cNvSpPr txBox="1"/>
          <p:nvPr/>
        </p:nvSpPr>
        <p:spPr>
          <a:xfrm>
            <a:off x="8988131" y="27785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8364879-6F63-41C2-9D90-58A826FD9FC6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10164574" y="2282295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566B2E8-26CC-4998-A2E6-DD07D43702C7}"/>
              </a:ext>
            </a:extLst>
          </p:cNvPr>
          <p:cNvCxnSpPr>
            <a:cxnSpLocks/>
            <a:stCxn id="39" idx="6"/>
          </p:cNvCxnSpPr>
          <p:nvPr/>
        </p:nvCxnSpPr>
        <p:spPr>
          <a:xfrm>
            <a:off x="10164574" y="3143170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1658FC0-2820-4FF6-A475-F6AA82557D65}"/>
              </a:ext>
            </a:extLst>
          </p:cNvPr>
          <p:cNvSpPr txBox="1"/>
          <p:nvPr/>
        </p:nvSpPr>
        <p:spPr>
          <a:xfrm>
            <a:off x="10589940" y="203448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24F68A1-BA33-48D0-B095-1E6017CBA697}"/>
              </a:ext>
            </a:extLst>
          </p:cNvPr>
          <p:cNvSpPr txBox="1"/>
          <p:nvPr/>
        </p:nvSpPr>
        <p:spPr>
          <a:xfrm>
            <a:off x="10589939" y="288955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5DCE530F-1706-459B-8722-130CA0D34F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2726" y="2119605"/>
            <a:ext cx="355124" cy="366565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7B51B187-2C37-4D0E-9941-AFCAB263E3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6114" y="2977854"/>
            <a:ext cx="355124" cy="366565"/>
          </a:xfrm>
          <a:prstGeom prst="rect">
            <a:avLst/>
          </a:prstGeom>
        </p:spPr>
      </p:pic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14E4C4C-B32E-42A4-85B9-CC1040A95491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987960" y="2306959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29279CF-8757-41B0-8F3C-7305A446CBB4}"/>
              </a:ext>
            </a:extLst>
          </p:cNvPr>
          <p:cNvCxnSpPr>
            <a:cxnSpLocks/>
            <a:endCxn id="52" idx="3"/>
          </p:cNvCxnSpPr>
          <p:nvPr/>
        </p:nvCxnSpPr>
        <p:spPr>
          <a:xfrm>
            <a:off x="3008310" y="3156779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FC68687-FDBD-4835-8C3E-2BC6C96710D1}"/>
              </a:ext>
            </a:extLst>
          </p:cNvPr>
          <p:cNvSpPr/>
          <p:nvPr/>
        </p:nvSpPr>
        <p:spPr>
          <a:xfrm>
            <a:off x="1921993" y="2034480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9DAD84B-444E-4C3A-A0DD-1AF0906283FD}"/>
              </a:ext>
            </a:extLst>
          </p:cNvPr>
          <p:cNvSpPr txBox="1"/>
          <p:nvPr/>
        </p:nvSpPr>
        <p:spPr>
          <a:xfrm>
            <a:off x="2829098" y="3448604"/>
            <a:ext cx="19727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18F51B3-77C3-46A5-844D-9C04F7EF0180}"/>
              </a:ext>
            </a:extLst>
          </p:cNvPr>
          <p:cNvSpPr txBox="1"/>
          <p:nvPr/>
        </p:nvSpPr>
        <p:spPr>
          <a:xfrm>
            <a:off x="5185781" y="3454484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E7F94EE-CEAD-43F5-AA4D-D29D898B831C}"/>
              </a:ext>
            </a:extLst>
          </p:cNvPr>
          <p:cNvSpPr txBox="1"/>
          <p:nvPr/>
        </p:nvSpPr>
        <p:spPr>
          <a:xfrm>
            <a:off x="6672294" y="3454484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b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E951601-870F-4AB9-BE38-9C22CE57540C}"/>
              </a:ext>
            </a:extLst>
          </p:cNvPr>
          <p:cNvSpPr txBox="1"/>
          <p:nvPr/>
        </p:nvSpPr>
        <p:spPr>
          <a:xfrm>
            <a:off x="8300312" y="3454484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D613426-34C3-4095-AD06-0E0AB99AE3DE}"/>
              </a:ext>
            </a:extLst>
          </p:cNvPr>
          <p:cNvSpPr txBox="1"/>
          <p:nvPr/>
        </p:nvSpPr>
        <p:spPr>
          <a:xfrm>
            <a:off x="9820716" y="3445183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d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A09534F-1794-48C7-A21E-9EC84993E161}"/>
              </a:ext>
            </a:extLst>
          </p:cNvPr>
          <p:cNvSpPr txBox="1"/>
          <p:nvPr/>
        </p:nvSpPr>
        <p:spPr>
          <a:xfrm>
            <a:off x="305549" y="2486170"/>
            <a:ext cx="1367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T1</a:t>
            </a:r>
            <a:r>
              <a:rPr lang="zh-CN" altLang="en-US" sz="2800" b="1" dirty="0"/>
              <a:t>时刻</a:t>
            </a: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3BC42B0E-1AE2-497D-B25B-EF9274FB6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5219" y="4417725"/>
            <a:ext cx="3976825" cy="1337379"/>
          </a:xfrm>
          <a:prstGeom prst="rect">
            <a:avLst/>
          </a:prstGeom>
        </p:spPr>
      </p:pic>
      <p:pic>
        <p:nvPicPr>
          <p:cNvPr id="64" name="图片 63">
            <a:extLst>
              <a:ext uri="{FF2B5EF4-FFF2-40B4-BE49-F238E27FC236}">
                <a16:creationId xmlns:a16="http://schemas.microsoft.com/office/drawing/2014/main" id="{7940856A-57AD-4D8B-9383-BE46F99B25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2278" y="3890561"/>
            <a:ext cx="3606113" cy="293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27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1AE21F-48B6-4F70-B318-E3B0C2A13BB7}"/>
              </a:ext>
            </a:extLst>
          </p:cNvPr>
          <p:cNvSpPr txBox="1"/>
          <p:nvPr/>
        </p:nvSpPr>
        <p:spPr>
          <a:xfrm>
            <a:off x="194735" y="11675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方法</a:t>
            </a:r>
            <a:r>
              <a:rPr lang="en-US" altLang="zh-CN" sz="2000" dirty="0"/>
              <a:t>1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逐步传播</a:t>
            </a:r>
            <a:r>
              <a:rPr lang="en-US" altLang="zh-CN" sz="2000" dirty="0"/>
              <a:t>, </a:t>
            </a:r>
            <a:r>
              <a:rPr lang="zh-CN" altLang="en-US" sz="2000" dirty="0"/>
              <a:t>即每个时间步都完整走一遍网络：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B608E1-2E2F-4BE9-8D36-0B5C84407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110426"/>
            <a:ext cx="4105848" cy="457264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34B86815-90EC-499B-9888-559D129E6124}"/>
              </a:ext>
            </a:extLst>
          </p:cNvPr>
          <p:cNvSpPr/>
          <p:nvPr/>
        </p:nvSpPr>
        <p:spPr>
          <a:xfrm>
            <a:off x="3493632" y="2100258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A102890-2359-442B-9D8A-755B4BDB2930}"/>
              </a:ext>
            </a:extLst>
          </p:cNvPr>
          <p:cNvSpPr/>
          <p:nvPr/>
        </p:nvSpPr>
        <p:spPr>
          <a:xfrm>
            <a:off x="3493632" y="2957063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E77563D-228E-48F3-8ABD-6A6BDA8C1797}"/>
              </a:ext>
            </a:extLst>
          </p:cNvPr>
          <p:cNvSpPr/>
          <p:nvPr/>
        </p:nvSpPr>
        <p:spPr>
          <a:xfrm>
            <a:off x="5146813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77224D3-713D-45C4-80E6-A27676694251}"/>
              </a:ext>
            </a:extLst>
          </p:cNvPr>
          <p:cNvSpPr/>
          <p:nvPr/>
        </p:nvSpPr>
        <p:spPr>
          <a:xfrm>
            <a:off x="5146813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5C743B0-3759-4587-AC39-C529459357F9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3907040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FFC3757-AEB4-4C69-9255-4C846ACB9549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3907040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D66832E-0299-41AD-BD3D-43DCF4D598F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3907040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D9EA6A8-C293-4AB4-8747-E935CA929D77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3907040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252C52B-6531-4B36-A4E3-971BC11CBCD2}"/>
              </a:ext>
            </a:extLst>
          </p:cNvPr>
          <p:cNvSpPr/>
          <p:nvPr/>
        </p:nvSpPr>
        <p:spPr>
          <a:xfrm>
            <a:off x="3956361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5260363-5339-47DB-AC51-52F68CC3AEA1}"/>
              </a:ext>
            </a:extLst>
          </p:cNvPr>
          <p:cNvSpPr/>
          <p:nvPr/>
        </p:nvSpPr>
        <p:spPr>
          <a:xfrm>
            <a:off x="6620536" y="209901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DDB5350-4DA2-4179-BA11-665C70DCCE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46852" y="2119606"/>
            <a:ext cx="355124" cy="366565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530FBBAA-1921-4F9E-AB2C-18B0B162AD8C}"/>
              </a:ext>
            </a:extLst>
          </p:cNvPr>
          <p:cNvSpPr/>
          <p:nvPr/>
        </p:nvSpPr>
        <p:spPr>
          <a:xfrm>
            <a:off x="6620536" y="295988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30D6B90-EDDC-41A2-AB63-3F439DF0DE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46852" y="2980481"/>
            <a:ext cx="355124" cy="36656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51C0549-4135-4C81-AB70-1747BEF2C7F2}"/>
              </a:ext>
            </a:extLst>
          </p:cNvPr>
          <p:cNvSpPr/>
          <p:nvPr/>
        </p:nvSpPr>
        <p:spPr>
          <a:xfrm>
            <a:off x="5543304" y="224226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45F6BA-92CB-459F-85C6-8677F99A80F3}"/>
              </a:ext>
            </a:extLst>
          </p:cNvPr>
          <p:cNvCxnSpPr>
            <a:stCxn id="9" idx="6"/>
            <a:endCxn id="18" idx="2"/>
          </p:cNvCxnSpPr>
          <p:nvPr/>
        </p:nvCxnSpPr>
        <p:spPr>
          <a:xfrm flipV="1">
            <a:off x="5554569" y="230288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5A3A4C0-248C-4908-AB7D-09EF8F652D0D}"/>
              </a:ext>
            </a:extLst>
          </p:cNvPr>
          <p:cNvCxnSpPr>
            <a:cxnSpLocks/>
            <a:stCxn id="10" idx="6"/>
            <a:endCxn id="20" idx="2"/>
          </p:cNvCxnSpPr>
          <p:nvPr/>
        </p:nvCxnSpPr>
        <p:spPr>
          <a:xfrm flipV="1">
            <a:off x="5554569" y="316376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AB8E28E-B98E-447A-AACD-B876FAB05721}"/>
              </a:ext>
            </a:extLst>
          </p:cNvPr>
          <p:cNvSpPr txBox="1"/>
          <p:nvPr/>
        </p:nvSpPr>
        <p:spPr>
          <a:xfrm>
            <a:off x="4120330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7390830-1E7E-4942-A1F6-7E0A3B0846F1}"/>
              </a:ext>
            </a:extLst>
          </p:cNvPr>
          <p:cNvSpPr txBox="1"/>
          <p:nvPr/>
        </p:nvSpPr>
        <p:spPr>
          <a:xfrm>
            <a:off x="5762435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248B8E-14AF-476B-AB71-1F48D9677421}"/>
              </a:ext>
            </a:extLst>
          </p:cNvPr>
          <p:cNvSpPr txBox="1"/>
          <p:nvPr/>
        </p:nvSpPr>
        <p:spPr>
          <a:xfrm>
            <a:off x="5851312" y="226604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U1=0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E6EF25C-7712-4F4C-B51E-F65DD0203B7D}"/>
              </a:ext>
            </a:extLst>
          </p:cNvPr>
          <p:cNvSpPr txBox="1"/>
          <p:nvPr/>
        </p:nvSpPr>
        <p:spPr>
          <a:xfrm>
            <a:off x="5851849" y="27991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U1=0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D2898CA-D6FD-4167-8A0F-7FBEC98874B6}"/>
              </a:ext>
            </a:extLst>
          </p:cNvPr>
          <p:cNvSpPr/>
          <p:nvPr/>
        </p:nvSpPr>
        <p:spPr>
          <a:xfrm>
            <a:off x="8271377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7281DE40-FD0E-47F2-91DE-BC3A3E6377B6}"/>
              </a:ext>
            </a:extLst>
          </p:cNvPr>
          <p:cNvSpPr/>
          <p:nvPr/>
        </p:nvSpPr>
        <p:spPr>
          <a:xfrm>
            <a:off x="8271377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D116F3D-D7DD-4D2A-B7BC-0BE2AAB44EE7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031604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EE9D5C0-4674-48B8-B001-F8EB50FF8EDB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31604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8EC2357-1D6B-44E9-B002-58DFB811CA8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31604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46D889D-351B-46B9-9B86-78023C2207A6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031604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A068ABB3-E0F8-46FC-B404-3EA8AFEF2DBC}"/>
              </a:ext>
            </a:extLst>
          </p:cNvPr>
          <p:cNvSpPr/>
          <p:nvPr/>
        </p:nvSpPr>
        <p:spPr>
          <a:xfrm>
            <a:off x="7080925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5239A5-9FD4-48C3-A89C-3658CA53EFE4}"/>
              </a:ext>
            </a:extLst>
          </p:cNvPr>
          <p:cNvSpPr txBox="1"/>
          <p:nvPr/>
        </p:nvSpPr>
        <p:spPr>
          <a:xfrm>
            <a:off x="7244894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9844FA9-969B-4801-B71E-7ECCA9B51682}"/>
              </a:ext>
            </a:extLst>
          </p:cNvPr>
          <p:cNvSpPr/>
          <p:nvPr/>
        </p:nvSpPr>
        <p:spPr>
          <a:xfrm>
            <a:off x="9756818" y="207842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7516302-FD9A-4189-A229-EF8C7BA1CE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83134" y="2099013"/>
            <a:ext cx="355124" cy="366565"/>
          </a:xfrm>
          <a:prstGeom prst="rect">
            <a:avLst/>
          </a:prstGeom>
        </p:spPr>
      </p:pic>
      <p:sp>
        <p:nvSpPr>
          <p:cNvPr id="39" name="椭圆 38">
            <a:extLst>
              <a:ext uri="{FF2B5EF4-FFF2-40B4-BE49-F238E27FC236}">
                <a16:creationId xmlns:a16="http://schemas.microsoft.com/office/drawing/2014/main" id="{7515726F-D448-454F-B5AE-04B1A206D212}"/>
              </a:ext>
            </a:extLst>
          </p:cNvPr>
          <p:cNvSpPr/>
          <p:nvPr/>
        </p:nvSpPr>
        <p:spPr>
          <a:xfrm>
            <a:off x="9756818" y="293929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22152EE-FEE5-4626-8EF5-E9F73D2261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83134" y="2959888"/>
            <a:ext cx="355124" cy="366565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AA1E18C1-B806-4AE5-A120-A81D7D619D3C}"/>
              </a:ext>
            </a:extLst>
          </p:cNvPr>
          <p:cNvSpPr/>
          <p:nvPr/>
        </p:nvSpPr>
        <p:spPr>
          <a:xfrm>
            <a:off x="8679586" y="2221667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1E7772F-4E0D-46EE-80DF-0462B8C5A0D9}"/>
              </a:ext>
            </a:extLst>
          </p:cNvPr>
          <p:cNvCxnSpPr>
            <a:endCxn id="37" idx="2"/>
          </p:cNvCxnSpPr>
          <p:nvPr/>
        </p:nvCxnSpPr>
        <p:spPr>
          <a:xfrm flipV="1">
            <a:off x="8690851" y="2282295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9B618F1-3050-472D-9E2F-C1DAFFE07D45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8690851" y="3143170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20773B7-C265-4AD3-94C5-07C6444AA052}"/>
              </a:ext>
            </a:extLst>
          </p:cNvPr>
          <p:cNvSpPr txBox="1"/>
          <p:nvPr/>
        </p:nvSpPr>
        <p:spPr>
          <a:xfrm>
            <a:off x="8898717" y="1725420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A920905-04E1-46C3-9329-1210F3FB8D79}"/>
              </a:ext>
            </a:extLst>
          </p:cNvPr>
          <p:cNvSpPr txBox="1"/>
          <p:nvPr/>
        </p:nvSpPr>
        <p:spPr>
          <a:xfrm>
            <a:off x="8987594" y="2245455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50EFBB0-301B-44AD-8D7F-4F3CACE78752}"/>
              </a:ext>
            </a:extLst>
          </p:cNvPr>
          <p:cNvSpPr txBox="1"/>
          <p:nvPr/>
        </p:nvSpPr>
        <p:spPr>
          <a:xfrm>
            <a:off x="8988131" y="27785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8364879-6F63-41C2-9D90-58A826FD9FC6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10164574" y="2282295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566B2E8-26CC-4998-A2E6-DD07D43702C7}"/>
              </a:ext>
            </a:extLst>
          </p:cNvPr>
          <p:cNvCxnSpPr>
            <a:cxnSpLocks/>
            <a:stCxn id="39" idx="6"/>
          </p:cNvCxnSpPr>
          <p:nvPr/>
        </p:nvCxnSpPr>
        <p:spPr>
          <a:xfrm>
            <a:off x="10164574" y="3143170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1658FC0-2820-4FF6-A475-F6AA82557D65}"/>
              </a:ext>
            </a:extLst>
          </p:cNvPr>
          <p:cNvSpPr txBox="1"/>
          <p:nvPr/>
        </p:nvSpPr>
        <p:spPr>
          <a:xfrm>
            <a:off x="10589940" y="203448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24F68A1-BA33-48D0-B095-1E6017CBA697}"/>
              </a:ext>
            </a:extLst>
          </p:cNvPr>
          <p:cNvSpPr txBox="1"/>
          <p:nvPr/>
        </p:nvSpPr>
        <p:spPr>
          <a:xfrm>
            <a:off x="10589939" y="288955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5DCE530F-1706-459B-8722-130CA0D34F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2726" y="2119605"/>
            <a:ext cx="355124" cy="366565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7B51B187-2C37-4D0E-9941-AFCAB263E3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6114" y="2977854"/>
            <a:ext cx="355124" cy="366565"/>
          </a:xfrm>
          <a:prstGeom prst="rect">
            <a:avLst/>
          </a:prstGeom>
        </p:spPr>
      </p:pic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14E4C4C-B32E-42A4-85B9-CC1040A95491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987960" y="2306959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29279CF-8757-41B0-8F3C-7305A446CBB4}"/>
              </a:ext>
            </a:extLst>
          </p:cNvPr>
          <p:cNvCxnSpPr>
            <a:cxnSpLocks/>
            <a:endCxn id="52" idx="3"/>
          </p:cNvCxnSpPr>
          <p:nvPr/>
        </p:nvCxnSpPr>
        <p:spPr>
          <a:xfrm>
            <a:off x="3008310" y="3156779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FC68687-FDBD-4835-8C3E-2BC6C96710D1}"/>
              </a:ext>
            </a:extLst>
          </p:cNvPr>
          <p:cNvSpPr/>
          <p:nvPr/>
        </p:nvSpPr>
        <p:spPr>
          <a:xfrm>
            <a:off x="1921993" y="2034480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9DAD84B-444E-4C3A-A0DD-1AF0906283FD}"/>
              </a:ext>
            </a:extLst>
          </p:cNvPr>
          <p:cNvSpPr txBox="1"/>
          <p:nvPr/>
        </p:nvSpPr>
        <p:spPr>
          <a:xfrm>
            <a:off x="2669338" y="3394896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18F51B3-77C3-46A5-844D-9C04F7EF0180}"/>
              </a:ext>
            </a:extLst>
          </p:cNvPr>
          <p:cNvSpPr txBox="1"/>
          <p:nvPr/>
        </p:nvSpPr>
        <p:spPr>
          <a:xfrm>
            <a:off x="4619413" y="3397468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[2,2]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E7F94EE-CEAD-43F5-AA4D-D29D898B831C}"/>
              </a:ext>
            </a:extLst>
          </p:cNvPr>
          <p:cNvSpPr txBox="1"/>
          <p:nvPr/>
        </p:nvSpPr>
        <p:spPr>
          <a:xfrm>
            <a:off x="6253820" y="3400543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E951601-870F-4AB9-BE38-9C22CE57540C}"/>
              </a:ext>
            </a:extLst>
          </p:cNvPr>
          <p:cNvSpPr txBox="1"/>
          <p:nvPr/>
        </p:nvSpPr>
        <p:spPr>
          <a:xfrm>
            <a:off x="8283094" y="3393225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D613426-34C3-4095-AD06-0E0AB99AE3DE}"/>
              </a:ext>
            </a:extLst>
          </p:cNvPr>
          <p:cNvSpPr txBox="1"/>
          <p:nvPr/>
        </p:nvSpPr>
        <p:spPr>
          <a:xfrm>
            <a:off x="9820716" y="3391443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d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A09534F-1794-48C7-A21E-9EC84993E161}"/>
              </a:ext>
            </a:extLst>
          </p:cNvPr>
          <p:cNvSpPr txBox="1"/>
          <p:nvPr/>
        </p:nvSpPr>
        <p:spPr>
          <a:xfrm>
            <a:off x="305549" y="2486170"/>
            <a:ext cx="1367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T1</a:t>
            </a:r>
            <a:r>
              <a:rPr lang="zh-CN" altLang="en-US" sz="2800" b="1" dirty="0"/>
              <a:t>时刻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5DDAA1D-FA44-49C3-BB81-9464EF1360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2437" y="4517994"/>
            <a:ext cx="4048975" cy="139449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6384C9A-0451-4D0F-B9E4-7E6ACA2D24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412" y="3816695"/>
            <a:ext cx="3752070" cy="298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05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1AE21F-48B6-4F70-B318-E3B0C2A13BB7}"/>
              </a:ext>
            </a:extLst>
          </p:cNvPr>
          <p:cNvSpPr txBox="1"/>
          <p:nvPr/>
        </p:nvSpPr>
        <p:spPr>
          <a:xfrm>
            <a:off x="194735" y="11675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方法</a:t>
            </a:r>
            <a:r>
              <a:rPr lang="en-US" altLang="zh-CN" sz="2000" dirty="0"/>
              <a:t>1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逐步传播</a:t>
            </a:r>
            <a:r>
              <a:rPr lang="en-US" altLang="zh-CN" sz="2000" dirty="0"/>
              <a:t>, </a:t>
            </a:r>
            <a:r>
              <a:rPr lang="zh-CN" altLang="en-US" sz="2000" dirty="0"/>
              <a:t>即每个时间步都完整走一遍网络：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B608E1-2E2F-4BE9-8D36-0B5C84407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110426"/>
            <a:ext cx="4105848" cy="457264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34B86815-90EC-499B-9888-559D129E6124}"/>
              </a:ext>
            </a:extLst>
          </p:cNvPr>
          <p:cNvSpPr/>
          <p:nvPr/>
        </p:nvSpPr>
        <p:spPr>
          <a:xfrm>
            <a:off x="3493632" y="1964791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A102890-2359-442B-9D8A-755B4BDB2930}"/>
              </a:ext>
            </a:extLst>
          </p:cNvPr>
          <p:cNvSpPr/>
          <p:nvPr/>
        </p:nvSpPr>
        <p:spPr>
          <a:xfrm>
            <a:off x="3493632" y="2821596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E77563D-228E-48F3-8ABD-6A6BDA8C1797}"/>
              </a:ext>
            </a:extLst>
          </p:cNvPr>
          <p:cNvSpPr/>
          <p:nvPr/>
        </p:nvSpPr>
        <p:spPr>
          <a:xfrm>
            <a:off x="5146813" y="196761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77224D3-713D-45C4-80E6-A27676694251}"/>
              </a:ext>
            </a:extLst>
          </p:cNvPr>
          <p:cNvSpPr/>
          <p:nvPr/>
        </p:nvSpPr>
        <p:spPr>
          <a:xfrm>
            <a:off x="5146813" y="282849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5C743B0-3759-4587-AC39-C529459357F9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3907040" y="2171492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FFC3757-AEB4-4C69-9255-4C846ACB9549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3907040" y="2171490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D66832E-0299-41AD-BD3D-43DCF4D598F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3907040" y="2171490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D9EA6A8-C293-4AB4-8747-E935CA929D77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3907040" y="3028297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252C52B-6531-4B36-A4E3-971BC11CBCD2}"/>
              </a:ext>
            </a:extLst>
          </p:cNvPr>
          <p:cNvSpPr/>
          <p:nvPr/>
        </p:nvSpPr>
        <p:spPr>
          <a:xfrm>
            <a:off x="3956361" y="2090543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5260363-5339-47DB-AC51-52F68CC3AEA1}"/>
              </a:ext>
            </a:extLst>
          </p:cNvPr>
          <p:cNvSpPr/>
          <p:nvPr/>
        </p:nvSpPr>
        <p:spPr>
          <a:xfrm>
            <a:off x="6620536" y="1963546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DDB5350-4DA2-4179-BA11-665C70DCCE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46852" y="1984139"/>
            <a:ext cx="355124" cy="366565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530FBBAA-1921-4F9E-AB2C-18B0B162AD8C}"/>
              </a:ext>
            </a:extLst>
          </p:cNvPr>
          <p:cNvSpPr/>
          <p:nvPr/>
        </p:nvSpPr>
        <p:spPr>
          <a:xfrm>
            <a:off x="6620536" y="2824421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30D6B90-EDDC-41A2-AB63-3F439DF0DE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46852" y="2845014"/>
            <a:ext cx="355124" cy="36656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51C0549-4135-4C81-AB70-1747BEF2C7F2}"/>
              </a:ext>
            </a:extLst>
          </p:cNvPr>
          <p:cNvSpPr/>
          <p:nvPr/>
        </p:nvSpPr>
        <p:spPr>
          <a:xfrm>
            <a:off x="5543304" y="2106793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45F6BA-92CB-459F-85C6-8677F99A80F3}"/>
              </a:ext>
            </a:extLst>
          </p:cNvPr>
          <p:cNvCxnSpPr>
            <a:stCxn id="9" idx="6"/>
            <a:endCxn id="18" idx="2"/>
          </p:cNvCxnSpPr>
          <p:nvPr/>
        </p:nvCxnSpPr>
        <p:spPr>
          <a:xfrm flipV="1">
            <a:off x="5554569" y="2167421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5A3A4C0-248C-4908-AB7D-09EF8F652D0D}"/>
              </a:ext>
            </a:extLst>
          </p:cNvPr>
          <p:cNvCxnSpPr>
            <a:cxnSpLocks/>
            <a:stCxn id="10" idx="6"/>
            <a:endCxn id="20" idx="2"/>
          </p:cNvCxnSpPr>
          <p:nvPr/>
        </p:nvCxnSpPr>
        <p:spPr>
          <a:xfrm flipV="1">
            <a:off x="5554569" y="3028296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AB8E28E-B98E-447A-AACD-B876FAB05721}"/>
              </a:ext>
            </a:extLst>
          </p:cNvPr>
          <p:cNvSpPr txBox="1"/>
          <p:nvPr/>
        </p:nvSpPr>
        <p:spPr>
          <a:xfrm>
            <a:off x="4120330" y="16105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7390830-1E7E-4942-A1F6-7E0A3B0846F1}"/>
              </a:ext>
            </a:extLst>
          </p:cNvPr>
          <p:cNvSpPr txBox="1"/>
          <p:nvPr/>
        </p:nvSpPr>
        <p:spPr>
          <a:xfrm>
            <a:off x="5762435" y="16105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248B8E-14AF-476B-AB71-1F48D9677421}"/>
              </a:ext>
            </a:extLst>
          </p:cNvPr>
          <p:cNvSpPr txBox="1"/>
          <p:nvPr/>
        </p:nvSpPr>
        <p:spPr>
          <a:xfrm>
            <a:off x="5851312" y="2130581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U1=0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E6EF25C-7712-4F4C-B51E-F65DD0203B7D}"/>
              </a:ext>
            </a:extLst>
          </p:cNvPr>
          <p:cNvSpPr txBox="1"/>
          <p:nvPr/>
        </p:nvSpPr>
        <p:spPr>
          <a:xfrm>
            <a:off x="5851849" y="2663679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U1=0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D2898CA-D6FD-4167-8A0F-7FBEC98874B6}"/>
              </a:ext>
            </a:extLst>
          </p:cNvPr>
          <p:cNvSpPr/>
          <p:nvPr/>
        </p:nvSpPr>
        <p:spPr>
          <a:xfrm>
            <a:off x="8271377" y="196761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7281DE40-FD0E-47F2-91DE-BC3A3E6377B6}"/>
              </a:ext>
            </a:extLst>
          </p:cNvPr>
          <p:cNvSpPr/>
          <p:nvPr/>
        </p:nvSpPr>
        <p:spPr>
          <a:xfrm>
            <a:off x="8271377" y="282849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D116F3D-D7DD-4D2A-B7BC-0BE2AAB44EE7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031604" y="2171492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EE9D5C0-4674-48B8-B001-F8EB50FF8EDB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31604" y="2171490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8EC2357-1D6B-44E9-B002-58DFB811CA8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31604" y="2171490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46D889D-351B-46B9-9B86-78023C2207A6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031604" y="3028297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A068ABB3-E0F8-46FC-B404-3EA8AFEF2DBC}"/>
              </a:ext>
            </a:extLst>
          </p:cNvPr>
          <p:cNvSpPr/>
          <p:nvPr/>
        </p:nvSpPr>
        <p:spPr>
          <a:xfrm>
            <a:off x="7080925" y="2090543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5239A5-9FD4-48C3-A89C-3658CA53EFE4}"/>
              </a:ext>
            </a:extLst>
          </p:cNvPr>
          <p:cNvSpPr txBox="1"/>
          <p:nvPr/>
        </p:nvSpPr>
        <p:spPr>
          <a:xfrm>
            <a:off x="7244894" y="16105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9844FA9-969B-4801-B71E-7ECCA9B51682}"/>
              </a:ext>
            </a:extLst>
          </p:cNvPr>
          <p:cNvSpPr/>
          <p:nvPr/>
        </p:nvSpPr>
        <p:spPr>
          <a:xfrm>
            <a:off x="9756818" y="194295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7516302-FD9A-4189-A229-EF8C7BA1CE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83134" y="1963546"/>
            <a:ext cx="355124" cy="366565"/>
          </a:xfrm>
          <a:prstGeom prst="rect">
            <a:avLst/>
          </a:prstGeom>
        </p:spPr>
      </p:pic>
      <p:sp>
        <p:nvSpPr>
          <p:cNvPr id="39" name="椭圆 38">
            <a:extLst>
              <a:ext uri="{FF2B5EF4-FFF2-40B4-BE49-F238E27FC236}">
                <a16:creationId xmlns:a16="http://schemas.microsoft.com/office/drawing/2014/main" id="{7515726F-D448-454F-B5AE-04B1A206D212}"/>
              </a:ext>
            </a:extLst>
          </p:cNvPr>
          <p:cNvSpPr/>
          <p:nvPr/>
        </p:nvSpPr>
        <p:spPr>
          <a:xfrm>
            <a:off x="9756818" y="280382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22152EE-FEE5-4626-8EF5-E9F73D2261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83134" y="2824421"/>
            <a:ext cx="355124" cy="366565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AA1E18C1-B806-4AE5-A120-A81D7D619D3C}"/>
              </a:ext>
            </a:extLst>
          </p:cNvPr>
          <p:cNvSpPr/>
          <p:nvPr/>
        </p:nvSpPr>
        <p:spPr>
          <a:xfrm>
            <a:off x="8679586" y="208620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1E7772F-4E0D-46EE-80DF-0462B8C5A0D9}"/>
              </a:ext>
            </a:extLst>
          </p:cNvPr>
          <p:cNvCxnSpPr>
            <a:endCxn id="37" idx="2"/>
          </p:cNvCxnSpPr>
          <p:nvPr/>
        </p:nvCxnSpPr>
        <p:spPr>
          <a:xfrm flipV="1">
            <a:off x="8690851" y="214682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9B618F1-3050-472D-9E2F-C1DAFFE07D45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8690851" y="300770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20773B7-C265-4AD3-94C5-07C6444AA052}"/>
              </a:ext>
            </a:extLst>
          </p:cNvPr>
          <p:cNvSpPr txBox="1"/>
          <p:nvPr/>
        </p:nvSpPr>
        <p:spPr>
          <a:xfrm>
            <a:off x="8898717" y="15899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A920905-04E1-46C3-9329-1210F3FB8D79}"/>
              </a:ext>
            </a:extLst>
          </p:cNvPr>
          <p:cNvSpPr txBox="1"/>
          <p:nvPr/>
        </p:nvSpPr>
        <p:spPr>
          <a:xfrm>
            <a:off x="8987594" y="210998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U1=0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50EFBB0-301B-44AD-8D7F-4F3CACE78752}"/>
              </a:ext>
            </a:extLst>
          </p:cNvPr>
          <p:cNvSpPr txBox="1"/>
          <p:nvPr/>
        </p:nvSpPr>
        <p:spPr>
          <a:xfrm>
            <a:off x="8988131" y="264308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U1=0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8364879-6F63-41C2-9D90-58A826FD9FC6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10164574" y="2146828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566B2E8-26CC-4998-A2E6-DD07D43702C7}"/>
              </a:ext>
            </a:extLst>
          </p:cNvPr>
          <p:cNvCxnSpPr>
            <a:cxnSpLocks/>
            <a:stCxn id="39" idx="6"/>
          </p:cNvCxnSpPr>
          <p:nvPr/>
        </p:nvCxnSpPr>
        <p:spPr>
          <a:xfrm>
            <a:off x="10164574" y="3007703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1658FC0-2820-4FF6-A475-F6AA82557D65}"/>
              </a:ext>
            </a:extLst>
          </p:cNvPr>
          <p:cNvSpPr txBox="1"/>
          <p:nvPr/>
        </p:nvSpPr>
        <p:spPr>
          <a:xfrm>
            <a:off x="10589940" y="1899013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24F68A1-BA33-48D0-B095-1E6017CBA697}"/>
              </a:ext>
            </a:extLst>
          </p:cNvPr>
          <p:cNvSpPr txBox="1"/>
          <p:nvPr/>
        </p:nvSpPr>
        <p:spPr>
          <a:xfrm>
            <a:off x="10589939" y="2754083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5DCE530F-1706-459B-8722-130CA0D34F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2726" y="1984138"/>
            <a:ext cx="355124" cy="366565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7B51B187-2C37-4D0E-9941-AFCAB263E3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6114" y="2842387"/>
            <a:ext cx="355124" cy="366565"/>
          </a:xfrm>
          <a:prstGeom prst="rect">
            <a:avLst/>
          </a:prstGeom>
        </p:spPr>
      </p:pic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14E4C4C-B32E-42A4-85B9-CC1040A95491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987960" y="2171492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29279CF-8757-41B0-8F3C-7305A446CBB4}"/>
              </a:ext>
            </a:extLst>
          </p:cNvPr>
          <p:cNvCxnSpPr>
            <a:cxnSpLocks/>
            <a:endCxn id="52" idx="3"/>
          </p:cNvCxnSpPr>
          <p:nvPr/>
        </p:nvCxnSpPr>
        <p:spPr>
          <a:xfrm>
            <a:off x="3008310" y="3021312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FC68687-FDBD-4835-8C3E-2BC6C96710D1}"/>
              </a:ext>
            </a:extLst>
          </p:cNvPr>
          <p:cNvSpPr/>
          <p:nvPr/>
        </p:nvSpPr>
        <p:spPr>
          <a:xfrm>
            <a:off x="1921993" y="1899013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18F51B3-77C3-46A5-844D-9C04F7EF0180}"/>
              </a:ext>
            </a:extLst>
          </p:cNvPr>
          <p:cNvSpPr txBox="1"/>
          <p:nvPr/>
        </p:nvSpPr>
        <p:spPr>
          <a:xfrm>
            <a:off x="4619413" y="3262001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[2,2]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E7F94EE-CEAD-43F5-AA4D-D29D898B831C}"/>
              </a:ext>
            </a:extLst>
          </p:cNvPr>
          <p:cNvSpPr txBox="1"/>
          <p:nvPr/>
        </p:nvSpPr>
        <p:spPr>
          <a:xfrm>
            <a:off x="6253820" y="3265076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E951601-870F-4AB9-BE38-9C22CE57540C}"/>
              </a:ext>
            </a:extLst>
          </p:cNvPr>
          <p:cNvSpPr txBox="1"/>
          <p:nvPr/>
        </p:nvSpPr>
        <p:spPr>
          <a:xfrm>
            <a:off x="7808437" y="3265076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c[1]=[2,2]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D613426-34C3-4095-AD06-0E0AB99AE3DE}"/>
              </a:ext>
            </a:extLst>
          </p:cNvPr>
          <p:cNvSpPr txBox="1"/>
          <p:nvPr/>
        </p:nvSpPr>
        <p:spPr>
          <a:xfrm>
            <a:off x="9370658" y="3249317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A09534F-1794-48C7-A21E-9EC84993E161}"/>
              </a:ext>
            </a:extLst>
          </p:cNvPr>
          <p:cNvSpPr txBox="1"/>
          <p:nvPr/>
        </p:nvSpPr>
        <p:spPr>
          <a:xfrm>
            <a:off x="305549" y="2350703"/>
            <a:ext cx="1367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T2</a:t>
            </a:r>
            <a:r>
              <a:rPr lang="zh-CN" altLang="en-US" sz="2800" b="1" dirty="0"/>
              <a:t>时刻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94391BC-2141-40DC-B7E1-78343FC49B75}"/>
              </a:ext>
            </a:extLst>
          </p:cNvPr>
          <p:cNvSpPr txBox="1"/>
          <p:nvPr/>
        </p:nvSpPr>
        <p:spPr>
          <a:xfrm>
            <a:off x="2669338" y="3259429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64F5244-E10B-486B-A007-E26636B60B1B}"/>
              </a:ext>
            </a:extLst>
          </p:cNvPr>
          <p:cNvSpPr txBox="1"/>
          <p:nvPr/>
        </p:nvSpPr>
        <p:spPr>
          <a:xfrm>
            <a:off x="2669338" y="3617172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input[2]=[1,0]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A47508-C201-491D-BFD4-0FDCB7E692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78" y="4568557"/>
            <a:ext cx="4504063" cy="1503013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C872DC18-7F4E-4093-ABD3-9B9019B0DE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7552" y="3876167"/>
            <a:ext cx="3413920" cy="279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094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1AE21F-48B6-4F70-B318-E3B0C2A13BB7}"/>
              </a:ext>
            </a:extLst>
          </p:cNvPr>
          <p:cNvSpPr txBox="1"/>
          <p:nvPr/>
        </p:nvSpPr>
        <p:spPr>
          <a:xfrm>
            <a:off x="194735" y="11675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方法</a:t>
            </a:r>
            <a:r>
              <a:rPr lang="en-US" altLang="zh-CN" sz="2000" dirty="0"/>
              <a:t>1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逐步传播</a:t>
            </a:r>
            <a:r>
              <a:rPr lang="en-US" altLang="zh-CN" sz="2000" dirty="0"/>
              <a:t>, </a:t>
            </a:r>
            <a:r>
              <a:rPr lang="zh-CN" altLang="en-US" sz="2000" dirty="0"/>
              <a:t>即每个时间步都完整走一遍网络：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B608E1-2E2F-4BE9-8D36-0B5C84407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110426"/>
            <a:ext cx="4105848" cy="457264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34B86815-90EC-499B-9888-559D129E6124}"/>
              </a:ext>
            </a:extLst>
          </p:cNvPr>
          <p:cNvSpPr/>
          <p:nvPr/>
        </p:nvSpPr>
        <p:spPr>
          <a:xfrm>
            <a:off x="3493632" y="1964791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A102890-2359-442B-9D8A-755B4BDB2930}"/>
              </a:ext>
            </a:extLst>
          </p:cNvPr>
          <p:cNvSpPr/>
          <p:nvPr/>
        </p:nvSpPr>
        <p:spPr>
          <a:xfrm>
            <a:off x="3493632" y="2821596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E77563D-228E-48F3-8ABD-6A6BDA8C1797}"/>
              </a:ext>
            </a:extLst>
          </p:cNvPr>
          <p:cNvSpPr/>
          <p:nvPr/>
        </p:nvSpPr>
        <p:spPr>
          <a:xfrm>
            <a:off x="5146813" y="196761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77224D3-713D-45C4-80E6-A27676694251}"/>
              </a:ext>
            </a:extLst>
          </p:cNvPr>
          <p:cNvSpPr/>
          <p:nvPr/>
        </p:nvSpPr>
        <p:spPr>
          <a:xfrm>
            <a:off x="5146813" y="282849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5C743B0-3759-4587-AC39-C529459357F9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3907040" y="2171492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FFC3757-AEB4-4C69-9255-4C846ACB9549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3907040" y="2171490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D66832E-0299-41AD-BD3D-43DCF4D598F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3907040" y="2171490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D9EA6A8-C293-4AB4-8747-E935CA929D77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3907040" y="3028297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252C52B-6531-4B36-A4E3-971BC11CBCD2}"/>
              </a:ext>
            </a:extLst>
          </p:cNvPr>
          <p:cNvSpPr/>
          <p:nvPr/>
        </p:nvSpPr>
        <p:spPr>
          <a:xfrm>
            <a:off x="3956361" y="2090543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5260363-5339-47DB-AC51-52F68CC3AEA1}"/>
              </a:ext>
            </a:extLst>
          </p:cNvPr>
          <p:cNvSpPr/>
          <p:nvPr/>
        </p:nvSpPr>
        <p:spPr>
          <a:xfrm>
            <a:off x="6620536" y="1963546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DDB5350-4DA2-4179-BA11-665C70DCCE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46852" y="1984139"/>
            <a:ext cx="355124" cy="366565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530FBBAA-1921-4F9E-AB2C-18B0B162AD8C}"/>
              </a:ext>
            </a:extLst>
          </p:cNvPr>
          <p:cNvSpPr/>
          <p:nvPr/>
        </p:nvSpPr>
        <p:spPr>
          <a:xfrm>
            <a:off x="6620536" y="2824421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30D6B90-EDDC-41A2-AB63-3F439DF0DE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46852" y="2845014"/>
            <a:ext cx="355124" cy="36656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51C0549-4135-4C81-AB70-1747BEF2C7F2}"/>
              </a:ext>
            </a:extLst>
          </p:cNvPr>
          <p:cNvSpPr/>
          <p:nvPr/>
        </p:nvSpPr>
        <p:spPr>
          <a:xfrm>
            <a:off x="5543304" y="2106793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45F6BA-92CB-459F-85C6-8677F99A80F3}"/>
              </a:ext>
            </a:extLst>
          </p:cNvPr>
          <p:cNvCxnSpPr>
            <a:stCxn id="9" idx="6"/>
            <a:endCxn id="18" idx="2"/>
          </p:cNvCxnSpPr>
          <p:nvPr/>
        </p:nvCxnSpPr>
        <p:spPr>
          <a:xfrm flipV="1">
            <a:off x="5554569" y="2167421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5A3A4C0-248C-4908-AB7D-09EF8F652D0D}"/>
              </a:ext>
            </a:extLst>
          </p:cNvPr>
          <p:cNvCxnSpPr>
            <a:cxnSpLocks/>
            <a:stCxn id="10" idx="6"/>
            <a:endCxn id="20" idx="2"/>
          </p:cNvCxnSpPr>
          <p:nvPr/>
        </p:nvCxnSpPr>
        <p:spPr>
          <a:xfrm flipV="1">
            <a:off x="5554569" y="3028296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AB8E28E-B98E-447A-AACD-B876FAB05721}"/>
              </a:ext>
            </a:extLst>
          </p:cNvPr>
          <p:cNvSpPr txBox="1"/>
          <p:nvPr/>
        </p:nvSpPr>
        <p:spPr>
          <a:xfrm>
            <a:off x="4120330" y="16105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7390830-1E7E-4942-A1F6-7E0A3B0846F1}"/>
              </a:ext>
            </a:extLst>
          </p:cNvPr>
          <p:cNvSpPr txBox="1"/>
          <p:nvPr/>
        </p:nvSpPr>
        <p:spPr>
          <a:xfrm>
            <a:off x="5762435" y="16105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248B8E-14AF-476B-AB71-1F48D9677421}"/>
              </a:ext>
            </a:extLst>
          </p:cNvPr>
          <p:cNvSpPr txBox="1"/>
          <p:nvPr/>
        </p:nvSpPr>
        <p:spPr>
          <a:xfrm>
            <a:off x="5851312" y="2130581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U2=0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E6EF25C-7712-4F4C-B51E-F65DD0203B7D}"/>
              </a:ext>
            </a:extLst>
          </p:cNvPr>
          <p:cNvSpPr txBox="1"/>
          <p:nvPr/>
        </p:nvSpPr>
        <p:spPr>
          <a:xfrm>
            <a:off x="5851849" y="2663679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U2=0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D2898CA-D6FD-4167-8A0F-7FBEC98874B6}"/>
              </a:ext>
            </a:extLst>
          </p:cNvPr>
          <p:cNvSpPr/>
          <p:nvPr/>
        </p:nvSpPr>
        <p:spPr>
          <a:xfrm>
            <a:off x="8271377" y="196761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7281DE40-FD0E-47F2-91DE-BC3A3E6377B6}"/>
              </a:ext>
            </a:extLst>
          </p:cNvPr>
          <p:cNvSpPr/>
          <p:nvPr/>
        </p:nvSpPr>
        <p:spPr>
          <a:xfrm>
            <a:off x="8271377" y="282849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D116F3D-D7DD-4D2A-B7BC-0BE2AAB44EE7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031604" y="2171492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EE9D5C0-4674-48B8-B001-F8EB50FF8EDB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31604" y="2171490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8EC2357-1D6B-44E9-B002-58DFB811CA8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31604" y="2171490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46D889D-351B-46B9-9B86-78023C2207A6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031604" y="3028297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A068ABB3-E0F8-46FC-B404-3EA8AFEF2DBC}"/>
              </a:ext>
            </a:extLst>
          </p:cNvPr>
          <p:cNvSpPr/>
          <p:nvPr/>
        </p:nvSpPr>
        <p:spPr>
          <a:xfrm>
            <a:off x="7080925" y="2090543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5239A5-9FD4-48C3-A89C-3658CA53EFE4}"/>
              </a:ext>
            </a:extLst>
          </p:cNvPr>
          <p:cNvSpPr txBox="1"/>
          <p:nvPr/>
        </p:nvSpPr>
        <p:spPr>
          <a:xfrm>
            <a:off x="7244894" y="16105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9844FA9-969B-4801-B71E-7ECCA9B51682}"/>
              </a:ext>
            </a:extLst>
          </p:cNvPr>
          <p:cNvSpPr/>
          <p:nvPr/>
        </p:nvSpPr>
        <p:spPr>
          <a:xfrm>
            <a:off x="9756818" y="194295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7516302-FD9A-4189-A229-EF8C7BA1CE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83134" y="1963546"/>
            <a:ext cx="355124" cy="366565"/>
          </a:xfrm>
          <a:prstGeom prst="rect">
            <a:avLst/>
          </a:prstGeom>
        </p:spPr>
      </p:pic>
      <p:sp>
        <p:nvSpPr>
          <p:cNvPr id="39" name="椭圆 38">
            <a:extLst>
              <a:ext uri="{FF2B5EF4-FFF2-40B4-BE49-F238E27FC236}">
                <a16:creationId xmlns:a16="http://schemas.microsoft.com/office/drawing/2014/main" id="{7515726F-D448-454F-B5AE-04B1A206D212}"/>
              </a:ext>
            </a:extLst>
          </p:cNvPr>
          <p:cNvSpPr/>
          <p:nvPr/>
        </p:nvSpPr>
        <p:spPr>
          <a:xfrm>
            <a:off x="9756818" y="280382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22152EE-FEE5-4626-8EF5-E9F73D2261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83134" y="2824421"/>
            <a:ext cx="355124" cy="366565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AA1E18C1-B806-4AE5-A120-A81D7D619D3C}"/>
              </a:ext>
            </a:extLst>
          </p:cNvPr>
          <p:cNvSpPr/>
          <p:nvPr/>
        </p:nvSpPr>
        <p:spPr>
          <a:xfrm>
            <a:off x="8679586" y="208620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1E7772F-4E0D-46EE-80DF-0462B8C5A0D9}"/>
              </a:ext>
            </a:extLst>
          </p:cNvPr>
          <p:cNvCxnSpPr>
            <a:endCxn id="37" idx="2"/>
          </p:cNvCxnSpPr>
          <p:nvPr/>
        </p:nvCxnSpPr>
        <p:spPr>
          <a:xfrm flipV="1">
            <a:off x="8690851" y="214682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9B618F1-3050-472D-9E2F-C1DAFFE07D45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8690851" y="300770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20773B7-C265-4AD3-94C5-07C6444AA052}"/>
              </a:ext>
            </a:extLst>
          </p:cNvPr>
          <p:cNvSpPr txBox="1"/>
          <p:nvPr/>
        </p:nvSpPr>
        <p:spPr>
          <a:xfrm>
            <a:off x="8898717" y="15899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A920905-04E1-46C3-9329-1210F3FB8D79}"/>
              </a:ext>
            </a:extLst>
          </p:cNvPr>
          <p:cNvSpPr txBox="1"/>
          <p:nvPr/>
        </p:nvSpPr>
        <p:spPr>
          <a:xfrm>
            <a:off x="8987594" y="210998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U1=0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50EFBB0-301B-44AD-8D7F-4F3CACE78752}"/>
              </a:ext>
            </a:extLst>
          </p:cNvPr>
          <p:cNvSpPr txBox="1"/>
          <p:nvPr/>
        </p:nvSpPr>
        <p:spPr>
          <a:xfrm>
            <a:off x="8988131" y="264308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U1=0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8364879-6F63-41C2-9D90-58A826FD9FC6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10164574" y="2146828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566B2E8-26CC-4998-A2E6-DD07D43702C7}"/>
              </a:ext>
            </a:extLst>
          </p:cNvPr>
          <p:cNvCxnSpPr>
            <a:cxnSpLocks/>
            <a:stCxn id="39" idx="6"/>
          </p:cNvCxnSpPr>
          <p:nvPr/>
        </p:nvCxnSpPr>
        <p:spPr>
          <a:xfrm>
            <a:off x="10164574" y="3007703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1658FC0-2820-4FF6-A475-F6AA82557D65}"/>
              </a:ext>
            </a:extLst>
          </p:cNvPr>
          <p:cNvSpPr txBox="1"/>
          <p:nvPr/>
        </p:nvSpPr>
        <p:spPr>
          <a:xfrm>
            <a:off x="10589940" y="1899013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24F68A1-BA33-48D0-B095-1E6017CBA697}"/>
              </a:ext>
            </a:extLst>
          </p:cNvPr>
          <p:cNvSpPr txBox="1"/>
          <p:nvPr/>
        </p:nvSpPr>
        <p:spPr>
          <a:xfrm>
            <a:off x="10589939" y="2754083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5DCE530F-1706-459B-8722-130CA0D34F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2726" y="1984138"/>
            <a:ext cx="355124" cy="366565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7B51B187-2C37-4D0E-9941-AFCAB263E3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6114" y="2842387"/>
            <a:ext cx="355124" cy="366565"/>
          </a:xfrm>
          <a:prstGeom prst="rect">
            <a:avLst/>
          </a:prstGeom>
        </p:spPr>
      </p:pic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14E4C4C-B32E-42A4-85B9-CC1040A95491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987960" y="2171492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29279CF-8757-41B0-8F3C-7305A446CBB4}"/>
              </a:ext>
            </a:extLst>
          </p:cNvPr>
          <p:cNvCxnSpPr>
            <a:cxnSpLocks/>
            <a:endCxn id="52" idx="3"/>
          </p:cNvCxnSpPr>
          <p:nvPr/>
        </p:nvCxnSpPr>
        <p:spPr>
          <a:xfrm>
            <a:off x="3008310" y="3021312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FC68687-FDBD-4835-8C3E-2BC6C96710D1}"/>
              </a:ext>
            </a:extLst>
          </p:cNvPr>
          <p:cNvSpPr/>
          <p:nvPr/>
        </p:nvSpPr>
        <p:spPr>
          <a:xfrm>
            <a:off x="1921993" y="1899013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18F51B3-77C3-46A5-844D-9C04F7EF0180}"/>
              </a:ext>
            </a:extLst>
          </p:cNvPr>
          <p:cNvSpPr txBox="1"/>
          <p:nvPr/>
        </p:nvSpPr>
        <p:spPr>
          <a:xfrm>
            <a:off x="4619413" y="3262001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[2,2]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E7F94EE-CEAD-43F5-AA4D-D29D898B831C}"/>
              </a:ext>
            </a:extLst>
          </p:cNvPr>
          <p:cNvSpPr txBox="1"/>
          <p:nvPr/>
        </p:nvSpPr>
        <p:spPr>
          <a:xfrm>
            <a:off x="6253820" y="3265076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E951601-870F-4AB9-BE38-9C22CE57540C}"/>
              </a:ext>
            </a:extLst>
          </p:cNvPr>
          <p:cNvSpPr txBox="1"/>
          <p:nvPr/>
        </p:nvSpPr>
        <p:spPr>
          <a:xfrm>
            <a:off x="7808437" y="3265076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c[1]=[2,2]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D613426-34C3-4095-AD06-0E0AB99AE3DE}"/>
              </a:ext>
            </a:extLst>
          </p:cNvPr>
          <p:cNvSpPr txBox="1"/>
          <p:nvPr/>
        </p:nvSpPr>
        <p:spPr>
          <a:xfrm>
            <a:off x="9370658" y="3249317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A09534F-1794-48C7-A21E-9EC84993E161}"/>
              </a:ext>
            </a:extLst>
          </p:cNvPr>
          <p:cNvSpPr txBox="1"/>
          <p:nvPr/>
        </p:nvSpPr>
        <p:spPr>
          <a:xfrm>
            <a:off x="305549" y="2350703"/>
            <a:ext cx="1367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T2</a:t>
            </a:r>
            <a:r>
              <a:rPr lang="zh-CN" altLang="en-US" sz="2800" b="1" dirty="0"/>
              <a:t>时刻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94391BC-2141-40DC-B7E1-78343FC49B75}"/>
              </a:ext>
            </a:extLst>
          </p:cNvPr>
          <p:cNvSpPr txBox="1"/>
          <p:nvPr/>
        </p:nvSpPr>
        <p:spPr>
          <a:xfrm>
            <a:off x="2669338" y="3259429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64F5244-E10B-486B-A007-E26636B60B1B}"/>
              </a:ext>
            </a:extLst>
          </p:cNvPr>
          <p:cNvSpPr txBox="1"/>
          <p:nvPr/>
        </p:nvSpPr>
        <p:spPr>
          <a:xfrm>
            <a:off x="2669338" y="3617172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input[2]=[1,0]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8197F69-73A5-48C7-8450-734DC8E80EA4}"/>
              </a:ext>
            </a:extLst>
          </p:cNvPr>
          <p:cNvSpPr txBox="1"/>
          <p:nvPr/>
        </p:nvSpPr>
        <p:spPr>
          <a:xfrm>
            <a:off x="4619412" y="3614013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D8C9E79-1C83-4AD1-A3A7-293CEB55E574}"/>
              </a:ext>
            </a:extLst>
          </p:cNvPr>
          <p:cNvSpPr txBox="1"/>
          <p:nvPr/>
        </p:nvSpPr>
        <p:spPr>
          <a:xfrm>
            <a:off x="6253820" y="3625894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A5940729-7388-458D-B000-49637D46CD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159" y="4393200"/>
            <a:ext cx="4218829" cy="1411011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1FD28CE4-E059-48D2-96EF-928BEAE0DF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7416" y="4232467"/>
            <a:ext cx="4110609" cy="221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47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1AE21F-48B6-4F70-B318-E3B0C2A13BB7}"/>
              </a:ext>
            </a:extLst>
          </p:cNvPr>
          <p:cNvSpPr txBox="1"/>
          <p:nvPr/>
        </p:nvSpPr>
        <p:spPr>
          <a:xfrm>
            <a:off x="194735" y="11675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方法</a:t>
            </a:r>
            <a:r>
              <a:rPr lang="en-US" altLang="zh-CN" sz="2000" dirty="0"/>
              <a:t>1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逐步传播</a:t>
            </a:r>
            <a:r>
              <a:rPr lang="en-US" altLang="zh-CN" sz="2000" dirty="0"/>
              <a:t>, </a:t>
            </a:r>
            <a:r>
              <a:rPr lang="zh-CN" altLang="en-US" sz="2000" dirty="0"/>
              <a:t>即每个时间步都完整走一遍网络：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B608E1-2E2F-4BE9-8D36-0B5C84407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110426"/>
            <a:ext cx="4105848" cy="457264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34B86815-90EC-499B-9888-559D129E6124}"/>
              </a:ext>
            </a:extLst>
          </p:cNvPr>
          <p:cNvSpPr/>
          <p:nvPr/>
        </p:nvSpPr>
        <p:spPr>
          <a:xfrm>
            <a:off x="3493632" y="1964791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A102890-2359-442B-9D8A-755B4BDB2930}"/>
              </a:ext>
            </a:extLst>
          </p:cNvPr>
          <p:cNvSpPr/>
          <p:nvPr/>
        </p:nvSpPr>
        <p:spPr>
          <a:xfrm>
            <a:off x="3493632" y="2821596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E77563D-228E-48F3-8ABD-6A6BDA8C1797}"/>
              </a:ext>
            </a:extLst>
          </p:cNvPr>
          <p:cNvSpPr/>
          <p:nvPr/>
        </p:nvSpPr>
        <p:spPr>
          <a:xfrm>
            <a:off x="5146813" y="196761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77224D3-713D-45C4-80E6-A27676694251}"/>
              </a:ext>
            </a:extLst>
          </p:cNvPr>
          <p:cNvSpPr/>
          <p:nvPr/>
        </p:nvSpPr>
        <p:spPr>
          <a:xfrm>
            <a:off x="5146813" y="282849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5C743B0-3759-4587-AC39-C529459357F9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3907040" y="2171492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FFC3757-AEB4-4C69-9255-4C846ACB9549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3907040" y="2171490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D66832E-0299-41AD-BD3D-43DCF4D598F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3907040" y="2171490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D9EA6A8-C293-4AB4-8747-E935CA929D77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3907040" y="3028297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252C52B-6531-4B36-A4E3-971BC11CBCD2}"/>
              </a:ext>
            </a:extLst>
          </p:cNvPr>
          <p:cNvSpPr/>
          <p:nvPr/>
        </p:nvSpPr>
        <p:spPr>
          <a:xfrm>
            <a:off x="3956361" y="2090543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5260363-5339-47DB-AC51-52F68CC3AEA1}"/>
              </a:ext>
            </a:extLst>
          </p:cNvPr>
          <p:cNvSpPr/>
          <p:nvPr/>
        </p:nvSpPr>
        <p:spPr>
          <a:xfrm>
            <a:off x="6620536" y="1963546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DDB5350-4DA2-4179-BA11-665C70DCCE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46852" y="1984139"/>
            <a:ext cx="355124" cy="366565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530FBBAA-1921-4F9E-AB2C-18B0B162AD8C}"/>
              </a:ext>
            </a:extLst>
          </p:cNvPr>
          <p:cNvSpPr/>
          <p:nvPr/>
        </p:nvSpPr>
        <p:spPr>
          <a:xfrm>
            <a:off x="6620536" y="2824421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30D6B90-EDDC-41A2-AB63-3F439DF0DE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46852" y="2845014"/>
            <a:ext cx="355124" cy="36656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51C0549-4135-4C81-AB70-1747BEF2C7F2}"/>
              </a:ext>
            </a:extLst>
          </p:cNvPr>
          <p:cNvSpPr/>
          <p:nvPr/>
        </p:nvSpPr>
        <p:spPr>
          <a:xfrm>
            <a:off x="5543304" y="2106793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45F6BA-92CB-459F-85C6-8677F99A80F3}"/>
              </a:ext>
            </a:extLst>
          </p:cNvPr>
          <p:cNvCxnSpPr>
            <a:stCxn id="9" idx="6"/>
            <a:endCxn id="18" idx="2"/>
          </p:cNvCxnSpPr>
          <p:nvPr/>
        </p:nvCxnSpPr>
        <p:spPr>
          <a:xfrm flipV="1">
            <a:off x="5554569" y="2167421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5A3A4C0-248C-4908-AB7D-09EF8F652D0D}"/>
              </a:ext>
            </a:extLst>
          </p:cNvPr>
          <p:cNvCxnSpPr>
            <a:cxnSpLocks/>
            <a:stCxn id="10" idx="6"/>
            <a:endCxn id="20" idx="2"/>
          </p:cNvCxnSpPr>
          <p:nvPr/>
        </p:nvCxnSpPr>
        <p:spPr>
          <a:xfrm flipV="1">
            <a:off x="5554569" y="3028296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AB8E28E-B98E-447A-AACD-B876FAB05721}"/>
              </a:ext>
            </a:extLst>
          </p:cNvPr>
          <p:cNvSpPr txBox="1"/>
          <p:nvPr/>
        </p:nvSpPr>
        <p:spPr>
          <a:xfrm>
            <a:off x="4120330" y="16105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7390830-1E7E-4942-A1F6-7E0A3B0846F1}"/>
              </a:ext>
            </a:extLst>
          </p:cNvPr>
          <p:cNvSpPr txBox="1"/>
          <p:nvPr/>
        </p:nvSpPr>
        <p:spPr>
          <a:xfrm>
            <a:off x="5762435" y="16105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248B8E-14AF-476B-AB71-1F48D9677421}"/>
              </a:ext>
            </a:extLst>
          </p:cNvPr>
          <p:cNvSpPr txBox="1"/>
          <p:nvPr/>
        </p:nvSpPr>
        <p:spPr>
          <a:xfrm>
            <a:off x="5851312" y="2130581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U2=0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E6EF25C-7712-4F4C-B51E-F65DD0203B7D}"/>
              </a:ext>
            </a:extLst>
          </p:cNvPr>
          <p:cNvSpPr txBox="1"/>
          <p:nvPr/>
        </p:nvSpPr>
        <p:spPr>
          <a:xfrm>
            <a:off x="5851849" y="2663679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U2=0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D2898CA-D6FD-4167-8A0F-7FBEC98874B6}"/>
              </a:ext>
            </a:extLst>
          </p:cNvPr>
          <p:cNvSpPr/>
          <p:nvPr/>
        </p:nvSpPr>
        <p:spPr>
          <a:xfrm>
            <a:off x="8271377" y="196761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7281DE40-FD0E-47F2-91DE-BC3A3E6377B6}"/>
              </a:ext>
            </a:extLst>
          </p:cNvPr>
          <p:cNvSpPr/>
          <p:nvPr/>
        </p:nvSpPr>
        <p:spPr>
          <a:xfrm>
            <a:off x="8271377" y="282849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D116F3D-D7DD-4D2A-B7BC-0BE2AAB44EE7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031604" y="2171492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EE9D5C0-4674-48B8-B001-F8EB50FF8EDB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31604" y="2171490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8EC2357-1D6B-44E9-B002-58DFB811CA8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31604" y="2171490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46D889D-351B-46B9-9B86-78023C2207A6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031604" y="3028297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A068ABB3-E0F8-46FC-B404-3EA8AFEF2DBC}"/>
              </a:ext>
            </a:extLst>
          </p:cNvPr>
          <p:cNvSpPr/>
          <p:nvPr/>
        </p:nvSpPr>
        <p:spPr>
          <a:xfrm>
            <a:off x="7080925" y="2090543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5239A5-9FD4-48C3-A89C-3658CA53EFE4}"/>
              </a:ext>
            </a:extLst>
          </p:cNvPr>
          <p:cNvSpPr txBox="1"/>
          <p:nvPr/>
        </p:nvSpPr>
        <p:spPr>
          <a:xfrm>
            <a:off x="7244894" y="16105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9844FA9-969B-4801-B71E-7ECCA9B51682}"/>
              </a:ext>
            </a:extLst>
          </p:cNvPr>
          <p:cNvSpPr/>
          <p:nvPr/>
        </p:nvSpPr>
        <p:spPr>
          <a:xfrm>
            <a:off x="9756818" y="194295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7516302-FD9A-4189-A229-EF8C7BA1CE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83134" y="1963546"/>
            <a:ext cx="355124" cy="366565"/>
          </a:xfrm>
          <a:prstGeom prst="rect">
            <a:avLst/>
          </a:prstGeom>
        </p:spPr>
      </p:pic>
      <p:sp>
        <p:nvSpPr>
          <p:cNvPr id="39" name="椭圆 38">
            <a:extLst>
              <a:ext uri="{FF2B5EF4-FFF2-40B4-BE49-F238E27FC236}">
                <a16:creationId xmlns:a16="http://schemas.microsoft.com/office/drawing/2014/main" id="{7515726F-D448-454F-B5AE-04B1A206D212}"/>
              </a:ext>
            </a:extLst>
          </p:cNvPr>
          <p:cNvSpPr/>
          <p:nvPr/>
        </p:nvSpPr>
        <p:spPr>
          <a:xfrm>
            <a:off x="9756818" y="280382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22152EE-FEE5-4626-8EF5-E9F73D2261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83134" y="2824421"/>
            <a:ext cx="355124" cy="366565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AA1E18C1-B806-4AE5-A120-A81D7D619D3C}"/>
              </a:ext>
            </a:extLst>
          </p:cNvPr>
          <p:cNvSpPr/>
          <p:nvPr/>
        </p:nvSpPr>
        <p:spPr>
          <a:xfrm>
            <a:off x="8679586" y="208620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1E7772F-4E0D-46EE-80DF-0462B8C5A0D9}"/>
              </a:ext>
            </a:extLst>
          </p:cNvPr>
          <p:cNvCxnSpPr>
            <a:endCxn id="37" idx="2"/>
          </p:cNvCxnSpPr>
          <p:nvPr/>
        </p:nvCxnSpPr>
        <p:spPr>
          <a:xfrm flipV="1">
            <a:off x="8690851" y="214682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9B618F1-3050-472D-9E2F-C1DAFFE07D45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8690851" y="300770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20773B7-C265-4AD3-94C5-07C6444AA052}"/>
              </a:ext>
            </a:extLst>
          </p:cNvPr>
          <p:cNvSpPr txBox="1"/>
          <p:nvPr/>
        </p:nvSpPr>
        <p:spPr>
          <a:xfrm>
            <a:off x="8898717" y="15899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A920905-04E1-46C3-9329-1210F3FB8D79}"/>
              </a:ext>
            </a:extLst>
          </p:cNvPr>
          <p:cNvSpPr txBox="1"/>
          <p:nvPr/>
        </p:nvSpPr>
        <p:spPr>
          <a:xfrm>
            <a:off x="8987594" y="210998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U2=0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50EFBB0-301B-44AD-8D7F-4F3CACE78752}"/>
              </a:ext>
            </a:extLst>
          </p:cNvPr>
          <p:cNvSpPr txBox="1"/>
          <p:nvPr/>
        </p:nvSpPr>
        <p:spPr>
          <a:xfrm>
            <a:off x="8988131" y="264308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U2=0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8364879-6F63-41C2-9D90-58A826FD9FC6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10164574" y="2146828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566B2E8-26CC-4998-A2E6-DD07D43702C7}"/>
              </a:ext>
            </a:extLst>
          </p:cNvPr>
          <p:cNvCxnSpPr>
            <a:cxnSpLocks/>
            <a:stCxn id="39" idx="6"/>
          </p:cNvCxnSpPr>
          <p:nvPr/>
        </p:nvCxnSpPr>
        <p:spPr>
          <a:xfrm>
            <a:off x="10164574" y="3007703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1658FC0-2820-4FF6-A475-F6AA82557D65}"/>
              </a:ext>
            </a:extLst>
          </p:cNvPr>
          <p:cNvSpPr txBox="1"/>
          <p:nvPr/>
        </p:nvSpPr>
        <p:spPr>
          <a:xfrm>
            <a:off x="10589940" y="1899013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24F68A1-BA33-48D0-B095-1E6017CBA697}"/>
              </a:ext>
            </a:extLst>
          </p:cNvPr>
          <p:cNvSpPr txBox="1"/>
          <p:nvPr/>
        </p:nvSpPr>
        <p:spPr>
          <a:xfrm>
            <a:off x="10589939" y="2754083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5DCE530F-1706-459B-8722-130CA0D34F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2726" y="1984138"/>
            <a:ext cx="355124" cy="366565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7B51B187-2C37-4D0E-9941-AFCAB263E3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6114" y="2842387"/>
            <a:ext cx="355124" cy="366565"/>
          </a:xfrm>
          <a:prstGeom prst="rect">
            <a:avLst/>
          </a:prstGeom>
        </p:spPr>
      </p:pic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14E4C4C-B32E-42A4-85B9-CC1040A95491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987960" y="2171492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29279CF-8757-41B0-8F3C-7305A446CBB4}"/>
              </a:ext>
            </a:extLst>
          </p:cNvPr>
          <p:cNvCxnSpPr>
            <a:cxnSpLocks/>
            <a:endCxn id="52" idx="3"/>
          </p:cNvCxnSpPr>
          <p:nvPr/>
        </p:nvCxnSpPr>
        <p:spPr>
          <a:xfrm>
            <a:off x="3008310" y="3021312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FC68687-FDBD-4835-8C3E-2BC6C96710D1}"/>
              </a:ext>
            </a:extLst>
          </p:cNvPr>
          <p:cNvSpPr/>
          <p:nvPr/>
        </p:nvSpPr>
        <p:spPr>
          <a:xfrm>
            <a:off x="1921993" y="1899013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18F51B3-77C3-46A5-844D-9C04F7EF0180}"/>
              </a:ext>
            </a:extLst>
          </p:cNvPr>
          <p:cNvSpPr txBox="1"/>
          <p:nvPr/>
        </p:nvSpPr>
        <p:spPr>
          <a:xfrm>
            <a:off x="4619413" y="3262001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[2,2]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E7F94EE-CEAD-43F5-AA4D-D29D898B831C}"/>
              </a:ext>
            </a:extLst>
          </p:cNvPr>
          <p:cNvSpPr txBox="1"/>
          <p:nvPr/>
        </p:nvSpPr>
        <p:spPr>
          <a:xfrm>
            <a:off x="6253820" y="3265076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E951601-870F-4AB9-BE38-9C22CE57540C}"/>
              </a:ext>
            </a:extLst>
          </p:cNvPr>
          <p:cNvSpPr txBox="1"/>
          <p:nvPr/>
        </p:nvSpPr>
        <p:spPr>
          <a:xfrm>
            <a:off x="7808437" y="3265076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c[1]=[2,2]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D613426-34C3-4095-AD06-0E0AB99AE3DE}"/>
              </a:ext>
            </a:extLst>
          </p:cNvPr>
          <p:cNvSpPr txBox="1"/>
          <p:nvPr/>
        </p:nvSpPr>
        <p:spPr>
          <a:xfrm>
            <a:off x="9370658" y="3249317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A09534F-1794-48C7-A21E-9EC84993E161}"/>
              </a:ext>
            </a:extLst>
          </p:cNvPr>
          <p:cNvSpPr txBox="1"/>
          <p:nvPr/>
        </p:nvSpPr>
        <p:spPr>
          <a:xfrm>
            <a:off x="305549" y="2350703"/>
            <a:ext cx="1367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T3</a:t>
            </a:r>
            <a:r>
              <a:rPr lang="zh-CN" altLang="en-US" sz="2800" b="1" dirty="0"/>
              <a:t>时刻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94391BC-2141-40DC-B7E1-78343FC49B75}"/>
              </a:ext>
            </a:extLst>
          </p:cNvPr>
          <p:cNvSpPr txBox="1"/>
          <p:nvPr/>
        </p:nvSpPr>
        <p:spPr>
          <a:xfrm>
            <a:off x="2669338" y="3259429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64F5244-E10B-486B-A007-E26636B60B1B}"/>
              </a:ext>
            </a:extLst>
          </p:cNvPr>
          <p:cNvSpPr txBox="1"/>
          <p:nvPr/>
        </p:nvSpPr>
        <p:spPr>
          <a:xfrm>
            <a:off x="2669338" y="3617172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input[2]=[1,0]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8197F69-73A5-48C7-8450-734DC8E80EA4}"/>
              </a:ext>
            </a:extLst>
          </p:cNvPr>
          <p:cNvSpPr txBox="1"/>
          <p:nvPr/>
        </p:nvSpPr>
        <p:spPr>
          <a:xfrm>
            <a:off x="4619412" y="3614013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D8C9E79-1C83-4AD1-A3A7-293CEB55E574}"/>
              </a:ext>
            </a:extLst>
          </p:cNvPr>
          <p:cNvSpPr txBox="1"/>
          <p:nvPr/>
        </p:nvSpPr>
        <p:spPr>
          <a:xfrm>
            <a:off x="6253820" y="3625894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61C8F97-1BB4-4003-A9BF-1803746C38ED}"/>
              </a:ext>
            </a:extLst>
          </p:cNvPr>
          <p:cNvSpPr txBox="1"/>
          <p:nvPr/>
        </p:nvSpPr>
        <p:spPr>
          <a:xfrm>
            <a:off x="7808437" y="3617172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c[2]=[2,2]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E05F919-5D35-4780-A269-DD5315A1D4A7}"/>
              </a:ext>
            </a:extLst>
          </p:cNvPr>
          <p:cNvSpPr txBox="1"/>
          <p:nvPr/>
        </p:nvSpPr>
        <p:spPr>
          <a:xfrm>
            <a:off x="9372389" y="3608523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9015AEF-2E72-4168-BBF3-D075899640BD}"/>
              </a:ext>
            </a:extLst>
          </p:cNvPr>
          <p:cNvSpPr txBox="1"/>
          <p:nvPr/>
        </p:nvSpPr>
        <p:spPr>
          <a:xfrm>
            <a:off x="2669338" y="3984804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input[3]=[0,1]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F6B84E5-F4F1-496D-AD44-E4634974BD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9" y="4489842"/>
            <a:ext cx="3103130" cy="101434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1C36D98-D394-4EA3-B89F-5B9B2818ED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1782" y="4486683"/>
            <a:ext cx="2995770" cy="15677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D0A17B5-706C-4F1F-9A9D-0F51C39E90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8773" y="4524119"/>
            <a:ext cx="3096809" cy="1014349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5E97CEE9-388C-4C7E-9F9F-CE52CA6FB7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5941" y="4458216"/>
            <a:ext cx="2794109" cy="148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1AE21F-48B6-4F70-B318-E3B0C2A13BB7}"/>
              </a:ext>
            </a:extLst>
          </p:cNvPr>
          <p:cNvSpPr txBox="1"/>
          <p:nvPr/>
        </p:nvSpPr>
        <p:spPr>
          <a:xfrm>
            <a:off x="194735" y="11675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方法</a:t>
            </a:r>
            <a:r>
              <a:rPr lang="en-US" altLang="zh-CN" sz="2000" dirty="0"/>
              <a:t>1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逐步传播</a:t>
            </a:r>
            <a:r>
              <a:rPr lang="en-US" altLang="zh-CN" sz="2000" dirty="0"/>
              <a:t>, </a:t>
            </a:r>
            <a:r>
              <a:rPr lang="zh-CN" altLang="en-US" sz="2000" dirty="0"/>
              <a:t>即每个时间步都完整走一遍网络：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5B608E1-2E2F-4BE9-8D36-0B5C84407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110426"/>
            <a:ext cx="4105848" cy="457264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34B86815-90EC-499B-9888-559D129E6124}"/>
              </a:ext>
            </a:extLst>
          </p:cNvPr>
          <p:cNvSpPr/>
          <p:nvPr/>
        </p:nvSpPr>
        <p:spPr>
          <a:xfrm>
            <a:off x="3493632" y="1964791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A102890-2359-442B-9D8A-755B4BDB2930}"/>
              </a:ext>
            </a:extLst>
          </p:cNvPr>
          <p:cNvSpPr/>
          <p:nvPr/>
        </p:nvSpPr>
        <p:spPr>
          <a:xfrm>
            <a:off x="3493632" y="2821596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E77563D-228E-48F3-8ABD-6A6BDA8C1797}"/>
              </a:ext>
            </a:extLst>
          </p:cNvPr>
          <p:cNvSpPr/>
          <p:nvPr/>
        </p:nvSpPr>
        <p:spPr>
          <a:xfrm>
            <a:off x="5146813" y="196761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77224D3-713D-45C4-80E6-A27676694251}"/>
              </a:ext>
            </a:extLst>
          </p:cNvPr>
          <p:cNvSpPr/>
          <p:nvPr/>
        </p:nvSpPr>
        <p:spPr>
          <a:xfrm>
            <a:off x="5146813" y="282849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5C743B0-3759-4587-AC39-C529459357F9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3907040" y="2171492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FFC3757-AEB4-4C69-9255-4C846ACB9549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3907040" y="2171490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D66832E-0299-41AD-BD3D-43DCF4D598F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3907040" y="2171490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D9EA6A8-C293-4AB4-8747-E935CA929D77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3907040" y="3028297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B252C52B-6531-4B36-A4E3-971BC11CBCD2}"/>
              </a:ext>
            </a:extLst>
          </p:cNvPr>
          <p:cNvSpPr/>
          <p:nvPr/>
        </p:nvSpPr>
        <p:spPr>
          <a:xfrm>
            <a:off x="3956361" y="2090543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5260363-5339-47DB-AC51-52F68CC3AEA1}"/>
              </a:ext>
            </a:extLst>
          </p:cNvPr>
          <p:cNvSpPr/>
          <p:nvPr/>
        </p:nvSpPr>
        <p:spPr>
          <a:xfrm>
            <a:off x="6620536" y="1963546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DDB5350-4DA2-4179-BA11-665C70DCCE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46852" y="1984139"/>
            <a:ext cx="355124" cy="366565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530FBBAA-1921-4F9E-AB2C-18B0B162AD8C}"/>
              </a:ext>
            </a:extLst>
          </p:cNvPr>
          <p:cNvSpPr/>
          <p:nvPr/>
        </p:nvSpPr>
        <p:spPr>
          <a:xfrm>
            <a:off x="6620536" y="2824421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30D6B90-EDDC-41A2-AB63-3F439DF0DE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46852" y="2845014"/>
            <a:ext cx="355124" cy="36656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A51C0549-4135-4C81-AB70-1747BEF2C7F2}"/>
              </a:ext>
            </a:extLst>
          </p:cNvPr>
          <p:cNvSpPr/>
          <p:nvPr/>
        </p:nvSpPr>
        <p:spPr>
          <a:xfrm>
            <a:off x="5543304" y="2106793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345F6BA-92CB-459F-85C6-8677F99A80F3}"/>
              </a:ext>
            </a:extLst>
          </p:cNvPr>
          <p:cNvCxnSpPr>
            <a:stCxn id="9" idx="6"/>
            <a:endCxn id="18" idx="2"/>
          </p:cNvCxnSpPr>
          <p:nvPr/>
        </p:nvCxnSpPr>
        <p:spPr>
          <a:xfrm flipV="1">
            <a:off x="5554569" y="2167421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5A3A4C0-248C-4908-AB7D-09EF8F652D0D}"/>
              </a:ext>
            </a:extLst>
          </p:cNvPr>
          <p:cNvCxnSpPr>
            <a:cxnSpLocks/>
            <a:stCxn id="10" idx="6"/>
            <a:endCxn id="20" idx="2"/>
          </p:cNvCxnSpPr>
          <p:nvPr/>
        </p:nvCxnSpPr>
        <p:spPr>
          <a:xfrm flipV="1">
            <a:off x="5554569" y="3028296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AB8E28E-B98E-447A-AACD-B876FAB05721}"/>
              </a:ext>
            </a:extLst>
          </p:cNvPr>
          <p:cNvSpPr txBox="1"/>
          <p:nvPr/>
        </p:nvSpPr>
        <p:spPr>
          <a:xfrm>
            <a:off x="4120330" y="16105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7390830-1E7E-4942-A1F6-7E0A3B0846F1}"/>
              </a:ext>
            </a:extLst>
          </p:cNvPr>
          <p:cNvSpPr txBox="1"/>
          <p:nvPr/>
        </p:nvSpPr>
        <p:spPr>
          <a:xfrm>
            <a:off x="5762435" y="16105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248B8E-14AF-476B-AB71-1F48D9677421}"/>
              </a:ext>
            </a:extLst>
          </p:cNvPr>
          <p:cNvSpPr txBox="1"/>
          <p:nvPr/>
        </p:nvSpPr>
        <p:spPr>
          <a:xfrm>
            <a:off x="5851312" y="2130581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U3=0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E6EF25C-7712-4F4C-B51E-F65DD0203B7D}"/>
              </a:ext>
            </a:extLst>
          </p:cNvPr>
          <p:cNvSpPr txBox="1"/>
          <p:nvPr/>
        </p:nvSpPr>
        <p:spPr>
          <a:xfrm>
            <a:off x="5851849" y="2663679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U3=0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D2898CA-D6FD-4167-8A0F-7FBEC98874B6}"/>
              </a:ext>
            </a:extLst>
          </p:cNvPr>
          <p:cNvSpPr/>
          <p:nvPr/>
        </p:nvSpPr>
        <p:spPr>
          <a:xfrm>
            <a:off x="8271377" y="196761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7281DE40-FD0E-47F2-91DE-BC3A3E6377B6}"/>
              </a:ext>
            </a:extLst>
          </p:cNvPr>
          <p:cNvSpPr/>
          <p:nvPr/>
        </p:nvSpPr>
        <p:spPr>
          <a:xfrm>
            <a:off x="8271377" y="282849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D116F3D-D7DD-4D2A-B7BC-0BE2AAB44EE7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031604" y="2171492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EE9D5C0-4674-48B8-B001-F8EB50FF8EDB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31604" y="2171490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8EC2357-1D6B-44E9-B002-58DFB811CA8E}"/>
              </a:ext>
            </a:extLst>
          </p:cNvPr>
          <p:cNvCxnSpPr>
            <a:cxnSpLocks/>
            <a:endCxn id="29" idx="2"/>
          </p:cNvCxnSpPr>
          <p:nvPr/>
        </p:nvCxnSpPr>
        <p:spPr>
          <a:xfrm flipV="1">
            <a:off x="7031604" y="2171490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B46D889D-351B-46B9-9B86-78023C2207A6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7031604" y="3028297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A068ABB3-E0F8-46FC-B404-3EA8AFEF2DBC}"/>
              </a:ext>
            </a:extLst>
          </p:cNvPr>
          <p:cNvSpPr/>
          <p:nvPr/>
        </p:nvSpPr>
        <p:spPr>
          <a:xfrm>
            <a:off x="7080925" y="2090543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5239A5-9FD4-48C3-A89C-3658CA53EFE4}"/>
              </a:ext>
            </a:extLst>
          </p:cNvPr>
          <p:cNvSpPr txBox="1"/>
          <p:nvPr/>
        </p:nvSpPr>
        <p:spPr>
          <a:xfrm>
            <a:off x="7244894" y="16105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9844FA9-969B-4801-B71E-7ECCA9B51682}"/>
              </a:ext>
            </a:extLst>
          </p:cNvPr>
          <p:cNvSpPr/>
          <p:nvPr/>
        </p:nvSpPr>
        <p:spPr>
          <a:xfrm>
            <a:off x="9756818" y="194295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7516302-FD9A-4189-A229-EF8C7BA1CE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83134" y="1963546"/>
            <a:ext cx="355124" cy="366565"/>
          </a:xfrm>
          <a:prstGeom prst="rect">
            <a:avLst/>
          </a:prstGeom>
        </p:spPr>
      </p:pic>
      <p:sp>
        <p:nvSpPr>
          <p:cNvPr id="39" name="椭圆 38">
            <a:extLst>
              <a:ext uri="{FF2B5EF4-FFF2-40B4-BE49-F238E27FC236}">
                <a16:creationId xmlns:a16="http://schemas.microsoft.com/office/drawing/2014/main" id="{7515726F-D448-454F-B5AE-04B1A206D212}"/>
              </a:ext>
            </a:extLst>
          </p:cNvPr>
          <p:cNvSpPr/>
          <p:nvPr/>
        </p:nvSpPr>
        <p:spPr>
          <a:xfrm>
            <a:off x="9756818" y="280382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22152EE-FEE5-4626-8EF5-E9F73D2261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83134" y="2824421"/>
            <a:ext cx="355124" cy="366565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AA1E18C1-B806-4AE5-A120-A81D7D619D3C}"/>
              </a:ext>
            </a:extLst>
          </p:cNvPr>
          <p:cNvSpPr/>
          <p:nvPr/>
        </p:nvSpPr>
        <p:spPr>
          <a:xfrm>
            <a:off x="8679586" y="208620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1E7772F-4E0D-46EE-80DF-0462B8C5A0D9}"/>
              </a:ext>
            </a:extLst>
          </p:cNvPr>
          <p:cNvCxnSpPr>
            <a:endCxn id="37" idx="2"/>
          </p:cNvCxnSpPr>
          <p:nvPr/>
        </p:nvCxnSpPr>
        <p:spPr>
          <a:xfrm flipV="1">
            <a:off x="8690851" y="214682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9B618F1-3050-472D-9E2F-C1DAFFE07D45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8690851" y="300770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20773B7-C265-4AD3-94C5-07C6444AA052}"/>
              </a:ext>
            </a:extLst>
          </p:cNvPr>
          <p:cNvSpPr txBox="1"/>
          <p:nvPr/>
        </p:nvSpPr>
        <p:spPr>
          <a:xfrm>
            <a:off x="8898717" y="15899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A920905-04E1-46C3-9329-1210F3FB8D79}"/>
              </a:ext>
            </a:extLst>
          </p:cNvPr>
          <p:cNvSpPr txBox="1"/>
          <p:nvPr/>
        </p:nvSpPr>
        <p:spPr>
          <a:xfrm>
            <a:off x="8987594" y="210998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U3=0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50EFBB0-301B-44AD-8D7F-4F3CACE78752}"/>
              </a:ext>
            </a:extLst>
          </p:cNvPr>
          <p:cNvSpPr txBox="1"/>
          <p:nvPr/>
        </p:nvSpPr>
        <p:spPr>
          <a:xfrm>
            <a:off x="8988131" y="264308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U3=0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8364879-6F63-41C2-9D90-58A826FD9FC6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10164574" y="2146828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566B2E8-26CC-4998-A2E6-DD07D43702C7}"/>
              </a:ext>
            </a:extLst>
          </p:cNvPr>
          <p:cNvCxnSpPr>
            <a:cxnSpLocks/>
            <a:stCxn id="39" idx="6"/>
          </p:cNvCxnSpPr>
          <p:nvPr/>
        </p:nvCxnSpPr>
        <p:spPr>
          <a:xfrm>
            <a:off x="10164574" y="3007703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91658FC0-2820-4FF6-A475-F6AA82557D65}"/>
              </a:ext>
            </a:extLst>
          </p:cNvPr>
          <p:cNvSpPr txBox="1"/>
          <p:nvPr/>
        </p:nvSpPr>
        <p:spPr>
          <a:xfrm>
            <a:off x="10589940" y="1899013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24F68A1-BA33-48D0-B095-1E6017CBA697}"/>
              </a:ext>
            </a:extLst>
          </p:cNvPr>
          <p:cNvSpPr txBox="1"/>
          <p:nvPr/>
        </p:nvSpPr>
        <p:spPr>
          <a:xfrm>
            <a:off x="10589939" y="2754083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5DCE530F-1706-459B-8722-130CA0D34F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2726" y="1984138"/>
            <a:ext cx="355124" cy="366565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7B51B187-2C37-4D0E-9941-AFCAB263E3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26114" y="2842387"/>
            <a:ext cx="355124" cy="366565"/>
          </a:xfrm>
          <a:prstGeom prst="rect">
            <a:avLst/>
          </a:prstGeom>
        </p:spPr>
      </p:pic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814E4C4C-B32E-42A4-85B9-CC1040A95491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987960" y="2171492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129279CF-8757-41B0-8F3C-7305A446CBB4}"/>
              </a:ext>
            </a:extLst>
          </p:cNvPr>
          <p:cNvCxnSpPr>
            <a:cxnSpLocks/>
            <a:endCxn id="52" idx="3"/>
          </p:cNvCxnSpPr>
          <p:nvPr/>
        </p:nvCxnSpPr>
        <p:spPr>
          <a:xfrm>
            <a:off x="3008310" y="3021312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FC68687-FDBD-4835-8C3E-2BC6C96710D1}"/>
              </a:ext>
            </a:extLst>
          </p:cNvPr>
          <p:cNvSpPr/>
          <p:nvPr/>
        </p:nvSpPr>
        <p:spPr>
          <a:xfrm>
            <a:off x="1921993" y="1899013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18F51B3-77C3-46A5-844D-9C04F7EF0180}"/>
              </a:ext>
            </a:extLst>
          </p:cNvPr>
          <p:cNvSpPr txBox="1"/>
          <p:nvPr/>
        </p:nvSpPr>
        <p:spPr>
          <a:xfrm>
            <a:off x="4619413" y="3262001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[2,2]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E7F94EE-CEAD-43F5-AA4D-D29D898B831C}"/>
              </a:ext>
            </a:extLst>
          </p:cNvPr>
          <p:cNvSpPr txBox="1"/>
          <p:nvPr/>
        </p:nvSpPr>
        <p:spPr>
          <a:xfrm>
            <a:off x="6253820" y="3265076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E951601-870F-4AB9-BE38-9C22CE57540C}"/>
              </a:ext>
            </a:extLst>
          </p:cNvPr>
          <p:cNvSpPr txBox="1"/>
          <p:nvPr/>
        </p:nvSpPr>
        <p:spPr>
          <a:xfrm>
            <a:off x="7808437" y="3265076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c[1]=[2,2]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D613426-34C3-4095-AD06-0E0AB99AE3DE}"/>
              </a:ext>
            </a:extLst>
          </p:cNvPr>
          <p:cNvSpPr txBox="1"/>
          <p:nvPr/>
        </p:nvSpPr>
        <p:spPr>
          <a:xfrm>
            <a:off x="9370658" y="3249317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A09534F-1794-48C7-A21E-9EC84993E161}"/>
              </a:ext>
            </a:extLst>
          </p:cNvPr>
          <p:cNvSpPr txBox="1"/>
          <p:nvPr/>
        </p:nvSpPr>
        <p:spPr>
          <a:xfrm>
            <a:off x="305549" y="2350703"/>
            <a:ext cx="1367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T3</a:t>
            </a:r>
            <a:r>
              <a:rPr lang="zh-CN" altLang="en-US" sz="2800" b="1" dirty="0"/>
              <a:t>时刻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94391BC-2141-40DC-B7E1-78343FC49B75}"/>
              </a:ext>
            </a:extLst>
          </p:cNvPr>
          <p:cNvSpPr txBox="1"/>
          <p:nvPr/>
        </p:nvSpPr>
        <p:spPr>
          <a:xfrm>
            <a:off x="2669338" y="3259429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64F5244-E10B-486B-A007-E26636B60B1B}"/>
              </a:ext>
            </a:extLst>
          </p:cNvPr>
          <p:cNvSpPr txBox="1"/>
          <p:nvPr/>
        </p:nvSpPr>
        <p:spPr>
          <a:xfrm>
            <a:off x="2669338" y="3617172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input[2]=[1,0]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8197F69-73A5-48C7-8450-734DC8E80EA4}"/>
              </a:ext>
            </a:extLst>
          </p:cNvPr>
          <p:cNvSpPr txBox="1"/>
          <p:nvPr/>
        </p:nvSpPr>
        <p:spPr>
          <a:xfrm>
            <a:off x="4619412" y="3614013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D8C9E79-1C83-4AD1-A3A7-293CEB55E574}"/>
              </a:ext>
            </a:extLst>
          </p:cNvPr>
          <p:cNvSpPr txBox="1"/>
          <p:nvPr/>
        </p:nvSpPr>
        <p:spPr>
          <a:xfrm>
            <a:off x="6253820" y="3625894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61C8F97-1BB4-4003-A9BF-1803746C38ED}"/>
              </a:ext>
            </a:extLst>
          </p:cNvPr>
          <p:cNvSpPr txBox="1"/>
          <p:nvPr/>
        </p:nvSpPr>
        <p:spPr>
          <a:xfrm>
            <a:off x="7808437" y="3617172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c[2]=[2,2]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E05F919-5D35-4780-A269-DD5315A1D4A7}"/>
              </a:ext>
            </a:extLst>
          </p:cNvPr>
          <p:cNvSpPr txBox="1"/>
          <p:nvPr/>
        </p:nvSpPr>
        <p:spPr>
          <a:xfrm>
            <a:off x="9372389" y="3608523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9015AEF-2E72-4168-BBF3-D075899640BD}"/>
              </a:ext>
            </a:extLst>
          </p:cNvPr>
          <p:cNvSpPr txBox="1"/>
          <p:nvPr/>
        </p:nvSpPr>
        <p:spPr>
          <a:xfrm>
            <a:off x="2669338" y="3984804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input[3]=[0,1]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1B3F3C1-F7C7-4F80-AD01-AF63EF479203}"/>
              </a:ext>
            </a:extLst>
          </p:cNvPr>
          <p:cNvSpPr txBox="1"/>
          <p:nvPr/>
        </p:nvSpPr>
        <p:spPr>
          <a:xfrm>
            <a:off x="4619411" y="3973215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5297A51-9292-4F92-8055-9B7CC9276169}"/>
              </a:ext>
            </a:extLst>
          </p:cNvPr>
          <p:cNvSpPr txBox="1"/>
          <p:nvPr/>
        </p:nvSpPr>
        <p:spPr>
          <a:xfrm>
            <a:off x="6253820" y="3977990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1EF1B0CA-A221-4F5C-9C33-4C07C56F4E2C}"/>
              </a:ext>
            </a:extLst>
          </p:cNvPr>
          <p:cNvSpPr txBox="1"/>
          <p:nvPr/>
        </p:nvSpPr>
        <p:spPr>
          <a:xfrm>
            <a:off x="7807818" y="3976994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c[3]=[2,2]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093FD32-25B8-4191-BE34-18651349855F}"/>
              </a:ext>
            </a:extLst>
          </p:cNvPr>
          <p:cNvSpPr txBox="1"/>
          <p:nvPr/>
        </p:nvSpPr>
        <p:spPr>
          <a:xfrm>
            <a:off x="9377713" y="3967729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F22E5779-D5AD-43B8-860C-18BF4597D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9564" y="4549531"/>
            <a:ext cx="3401284" cy="223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461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0F99414-30BB-4DBD-AE6F-2DB95EAE438C}"/>
              </a:ext>
            </a:extLst>
          </p:cNvPr>
          <p:cNvSpPr/>
          <p:nvPr/>
        </p:nvSpPr>
        <p:spPr>
          <a:xfrm>
            <a:off x="1956087" y="2100258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9801968-6CDD-4B01-94A3-1A13BD2D09F7}"/>
              </a:ext>
            </a:extLst>
          </p:cNvPr>
          <p:cNvSpPr/>
          <p:nvPr/>
        </p:nvSpPr>
        <p:spPr>
          <a:xfrm>
            <a:off x="1956087" y="2957063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CBE1ED6-3DC7-4C0D-928D-241B470DD150}"/>
              </a:ext>
            </a:extLst>
          </p:cNvPr>
          <p:cNvSpPr/>
          <p:nvPr/>
        </p:nvSpPr>
        <p:spPr>
          <a:xfrm>
            <a:off x="3609268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7618D25-925F-4A34-90EC-7C05E510B46C}"/>
              </a:ext>
            </a:extLst>
          </p:cNvPr>
          <p:cNvSpPr/>
          <p:nvPr/>
        </p:nvSpPr>
        <p:spPr>
          <a:xfrm>
            <a:off x="3609268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5F80348-2074-4AA0-93F8-EA5080074A83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2369495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EA2F6D3-8D15-4EB9-A5BD-18615E6D5956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2369495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C77F5A9-139C-47B2-A6A7-CCCE0BD9520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2369495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8C45C55-137E-427D-963F-57548F2336B7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2369495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E8927384-E827-4882-9346-238789948765}"/>
              </a:ext>
            </a:extLst>
          </p:cNvPr>
          <p:cNvSpPr/>
          <p:nvPr/>
        </p:nvSpPr>
        <p:spPr>
          <a:xfrm>
            <a:off x="2418816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5469CB2-B79E-40BA-9BEB-230BCEED65DF}"/>
              </a:ext>
            </a:extLst>
          </p:cNvPr>
          <p:cNvSpPr/>
          <p:nvPr/>
        </p:nvSpPr>
        <p:spPr>
          <a:xfrm>
            <a:off x="5082991" y="209901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6BBD3E1-0C76-4C90-9F88-EEE3C3F164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307" y="2119606"/>
            <a:ext cx="355124" cy="366565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9DAE4480-86A7-4527-8989-687DE9EA80F0}"/>
              </a:ext>
            </a:extLst>
          </p:cNvPr>
          <p:cNvSpPr/>
          <p:nvPr/>
        </p:nvSpPr>
        <p:spPr>
          <a:xfrm>
            <a:off x="5082991" y="295988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A1D5E8F-5181-4CC1-9D05-DB7D15BC7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307" y="2980481"/>
            <a:ext cx="355124" cy="36656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BA655F0-BC23-45B7-854C-329EDF611ABD}"/>
              </a:ext>
            </a:extLst>
          </p:cNvPr>
          <p:cNvSpPr/>
          <p:nvPr/>
        </p:nvSpPr>
        <p:spPr>
          <a:xfrm>
            <a:off x="4005759" y="224226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3F28168-DF66-4DC8-988E-C3BD54DB7531}"/>
              </a:ext>
            </a:extLst>
          </p:cNvPr>
          <p:cNvCxnSpPr>
            <a:stCxn id="6" idx="6"/>
            <a:endCxn id="13" idx="2"/>
          </p:cNvCxnSpPr>
          <p:nvPr/>
        </p:nvCxnSpPr>
        <p:spPr>
          <a:xfrm flipV="1">
            <a:off x="4017024" y="230288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76D288B-CE07-43B8-841B-8CCFC8FFE55A}"/>
              </a:ext>
            </a:extLst>
          </p:cNvPr>
          <p:cNvCxnSpPr>
            <a:cxnSpLocks/>
            <a:stCxn id="7" idx="6"/>
            <a:endCxn id="15" idx="2"/>
          </p:cNvCxnSpPr>
          <p:nvPr/>
        </p:nvCxnSpPr>
        <p:spPr>
          <a:xfrm flipV="1">
            <a:off x="4017024" y="316376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1D3B641-7606-4424-AD79-647A1ED21052}"/>
              </a:ext>
            </a:extLst>
          </p:cNvPr>
          <p:cNvSpPr txBox="1"/>
          <p:nvPr/>
        </p:nvSpPr>
        <p:spPr>
          <a:xfrm>
            <a:off x="2582785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59CDB1-59F2-4075-B6E5-8626D802B1BD}"/>
              </a:ext>
            </a:extLst>
          </p:cNvPr>
          <p:cNvSpPr txBox="1"/>
          <p:nvPr/>
        </p:nvSpPr>
        <p:spPr>
          <a:xfrm>
            <a:off x="4224890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4B7EEE5-6701-4F1F-B675-2EC33F70F8F5}"/>
              </a:ext>
            </a:extLst>
          </p:cNvPr>
          <p:cNvSpPr txBox="1"/>
          <p:nvPr/>
        </p:nvSpPr>
        <p:spPr>
          <a:xfrm>
            <a:off x="4313767" y="226604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4BCAE2-3725-4D60-B5F6-E981D63BA708}"/>
              </a:ext>
            </a:extLst>
          </p:cNvPr>
          <p:cNvSpPr txBox="1"/>
          <p:nvPr/>
        </p:nvSpPr>
        <p:spPr>
          <a:xfrm>
            <a:off x="4314304" y="27991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31B906E-8DB5-4A9E-9D55-AF39BC9B8CDE}"/>
              </a:ext>
            </a:extLst>
          </p:cNvPr>
          <p:cNvSpPr/>
          <p:nvPr/>
        </p:nvSpPr>
        <p:spPr>
          <a:xfrm>
            <a:off x="6733832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B7872E6-90EB-493B-A311-9B96B032F041}"/>
              </a:ext>
            </a:extLst>
          </p:cNvPr>
          <p:cNvSpPr/>
          <p:nvPr/>
        </p:nvSpPr>
        <p:spPr>
          <a:xfrm>
            <a:off x="6733832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41A4F7C-BD5B-40CC-936B-C1BEAFCC584B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494059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A7AB2CD-1ADA-4599-8AD2-57E2D157978D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494059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1EE8703-599F-4B2B-8980-366F7439B0BA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494059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178B546-08C6-4DF4-8323-6E116DDA7167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494059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7A09AAFE-DFE8-4BAE-A18A-9EC159CFABF3}"/>
              </a:ext>
            </a:extLst>
          </p:cNvPr>
          <p:cNvSpPr/>
          <p:nvPr/>
        </p:nvSpPr>
        <p:spPr>
          <a:xfrm>
            <a:off x="5543380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D3E1F5B-304A-417D-8C4D-C34D79746082}"/>
              </a:ext>
            </a:extLst>
          </p:cNvPr>
          <p:cNvSpPr txBox="1"/>
          <p:nvPr/>
        </p:nvSpPr>
        <p:spPr>
          <a:xfrm>
            <a:off x="5707349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0302CE5-ECEF-4387-95ED-886E2A198DC0}"/>
              </a:ext>
            </a:extLst>
          </p:cNvPr>
          <p:cNvSpPr/>
          <p:nvPr/>
        </p:nvSpPr>
        <p:spPr>
          <a:xfrm>
            <a:off x="8219273" y="207842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8B7E73A9-9786-40B4-B4A8-7C5E02FD20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5589" y="2099013"/>
            <a:ext cx="355124" cy="366565"/>
          </a:xfrm>
          <a:prstGeom prst="rect">
            <a:avLst/>
          </a:prstGeom>
        </p:spPr>
      </p:pic>
      <p:sp>
        <p:nvSpPr>
          <p:cNvPr id="36" name="椭圆 35">
            <a:extLst>
              <a:ext uri="{FF2B5EF4-FFF2-40B4-BE49-F238E27FC236}">
                <a16:creationId xmlns:a16="http://schemas.microsoft.com/office/drawing/2014/main" id="{76871926-9265-4E49-B67D-2F6B474C09E9}"/>
              </a:ext>
            </a:extLst>
          </p:cNvPr>
          <p:cNvSpPr/>
          <p:nvPr/>
        </p:nvSpPr>
        <p:spPr>
          <a:xfrm>
            <a:off x="8219273" y="293929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339AAA10-D4CA-4D2C-B602-7065D35CF3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5589" y="2959888"/>
            <a:ext cx="355124" cy="366565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06A41346-C77B-45AF-AD18-3D8F59C313DF}"/>
              </a:ext>
            </a:extLst>
          </p:cNvPr>
          <p:cNvSpPr/>
          <p:nvPr/>
        </p:nvSpPr>
        <p:spPr>
          <a:xfrm>
            <a:off x="7142041" y="2221667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2063A30-5105-4A35-A592-53319299DC77}"/>
              </a:ext>
            </a:extLst>
          </p:cNvPr>
          <p:cNvCxnSpPr>
            <a:endCxn id="34" idx="2"/>
          </p:cNvCxnSpPr>
          <p:nvPr/>
        </p:nvCxnSpPr>
        <p:spPr>
          <a:xfrm flipV="1">
            <a:off x="7153306" y="2282295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73DB78C-B3D6-4111-AA20-940AF457D007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7153306" y="3143170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9E5EB368-AB59-4F67-8063-B8AB4552FB0E}"/>
              </a:ext>
            </a:extLst>
          </p:cNvPr>
          <p:cNvSpPr txBox="1"/>
          <p:nvPr/>
        </p:nvSpPr>
        <p:spPr>
          <a:xfrm>
            <a:off x="7361172" y="1725420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0F2B884-5D08-49FD-B4ED-69B9C81683F1}"/>
              </a:ext>
            </a:extLst>
          </p:cNvPr>
          <p:cNvSpPr txBox="1"/>
          <p:nvPr/>
        </p:nvSpPr>
        <p:spPr>
          <a:xfrm>
            <a:off x="7450049" y="2245455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1BFB8D-49EC-4AB7-A519-7D6C3B43E1ED}"/>
              </a:ext>
            </a:extLst>
          </p:cNvPr>
          <p:cNvSpPr txBox="1"/>
          <p:nvPr/>
        </p:nvSpPr>
        <p:spPr>
          <a:xfrm>
            <a:off x="7450586" y="27785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03E8B84-54CA-444E-9913-2094468BB2BF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8627029" y="2282295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4CF7E40E-04B2-4693-A274-F7DC571A5D9E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8627029" y="3143170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41A6D7A-4E78-492F-B8EF-1A33B4C2B601}"/>
              </a:ext>
            </a:extLst>
          </p:cNvPr>
          <p:cNvSpPr txBox="1"/>
          <p:nvPr/>
        </p:nvSpPr>
        <p:spPr>
          <a:xfrm>
            <a:off x="9052395" y="203448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9BB6570-0ED3-49EF-B9F5-3390D15270A4}"/>
              </a:ext>
            </a:extLst>
          </p:cNvPr>
          <p:cNvSpPr txBox="1"/>
          <p:nvPr/>
        </p:nvSpPr>
        <p:spPr>
          <a:xfrm>
            <a:off x="9052394" y="288955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420D800-E60C-4A53-B172-663667E3D7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5181" y="2119605"/>
            <a:ext cx="355124" cy="36656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3108692A-5A73-4BBF-BF7D-CE766412E9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8569" y="2977854"/>
            <a:ext cx="355124" cy="366565"/>
          </a:xfrm>
          <a:prstGeom prst="rect">
            <a:avLst/>
          </a:prstGeom>
        </p:spPr>
      </p:pic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73D4250-4D3A-4607-B6D7-405E072D0686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1450415" y="2306959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54854BC-74AE-4D0D-AD47-F2D9F2E3E6A5}"/>
              </a:ext>
            </a:extLst>
          </p:cNvPr>
          <p:cNvCxnSpPr>
            <a:cxnSpLocks/>
            <a:endCxn id="49" idx="3"/>
          </p:cNvCxnSpPr>
          <p:nvPr/>
        </p:nvCxnSpPr>
        <p:spPr>
          <a:xfrm>
            <a:off x="1470765" y="3156779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BDB43E1-C4E0-48B5-944A-8FEC084FE67F}"/>
              </a:ext>
            </a:extLst>
          </p:cNvPr>
          <p:cNvSpPr/>
          <p:nvPr/>
        </p:nvSpPr>
        <p:spPr>
          <a:xfrm>
            <a:off x="384448" y="2034480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34A17D-05C8-4F7A-AE0B-7A2A58204A0A}"/>
              </a:ext>
            </a:extLst>
          </p:cNvPr>
          <p:cNvSpPr txBox="1"/>
          <p:nvPr/>
        </p:nvSpPr>
        <p:spPr>
          <a:xfrm>
            <a:off x="5134749" y="3454484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b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1AE91FB-DC36-42B7-8B26-A88DBA69A8DB}"/>
              </a:ext>
            </a:extLst>
          </p:cNvPr>
          <p:cNvSpPr txBox="1"/>
          <p:nvPr/>
        </p:nvSpPr>
        <p:spPr>
          <a:xfrm>
            <a:off x="6762767" y="3454484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A6C4162-F9CC-4557-9495-131E98507392}"/>
              </a:ext>
            </a:extLst>
          </p:cNvPr>
          <p:cNvSpPr txBox="1"/>
          <p:nvPr/>
        </p:nvSpPr>
        <p:spPr>
          <a:xfrm>
            <a:off x="8283171" y="3445183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d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D1C3B52-9414-4938-AA0A-977795F7BA40}"/>
              </a:ext>
            </a:extLst>
          </p:cNvPr>
          <p:cNvSpPr txBox="1"/>
          <p:nvPr/>
        </p:nvSpPr>
        <p:spPr>
          <a:xfrm>
            <a:off x="194735" y="1167580"/>
            <a:ext cx="8393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方法</a:t>
            </a:r>
            <a:r>
              <a:rPr lang="en-US" altLang="zh-CN" sz="2000" dirty="0"/>
              <a:t>2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逐层传播</a:t>
            </a:r>
            <a:r>
              <a:rPr lang="zh-CN" altLang="en-US" sz="2000"/>
              <a:t>，先把整</a:t>
            </a:r>
            <a:r>
              <a:rPr lang="zh-CN" altLang="en-US" sz="2000" dirty="0"/>
              <a:t>层时间</a:t>
            </a:r>
            <a:r>
              <a:rPr lang="zh-CN" altLang="en-US" sz="2000"/>
              <a:t>的序列算完，</a:t>
            </a:r>
            <a:r>
              <a:rPr lang="zh-CN" altLang="en-US" sz="2000" dirty="0"/>
              <a:t>再交给下一层：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DD00C21-04EB-4D7D-9063-47774279C147}"/>
              </a:ext>
            </a:extLst>
          </p:cNvPr>
          <p:cNvSpPr txBox="1"/>
          <p:nvPr/>
        </p:nvSpPr>
        <p:spPr>
          <a:xfrm>
            <a:off x="855591" y="3481928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CCBCB11-ECEC-4A22-8976-4F43E6AF3847}"/>
              </a:ext>
            </a:extLst>
          </p:cNvPr>
          <p:cNvSpPr txBox="1"/>
          <p:nvPr/>
        </p:nvSpPr>
        <p:spPr>
          <a:xfrm>
            <a:off x="855591" y="3839671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input[2]=[1,0]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40B7696-409E-42FF-B610-DCB0DBD82992}"/>
              </a:ext>
            </a:extLst>
          </p:cNvPr>
          <p:cNvSpPr txBox="1"/>
          <p:nvPr/>
        </p:nvSpPr>
        <p:spPr>
          <a:xfrm>
            <a:off x="855591" y="4207303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input[3]=[0,1]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B21A02-E1E5-41E2-8756-EEDBF3256186}"/>
              </a:ext>
            </a:extLst>
          </p:cNvPr>
          <p:cNvSpPr txBox="1"/>
          <p:nvPr/>
        </p:nvSpPr>
        <p:spPr>
          <a:xfrm>
            <a:off x="3687908" y="3445183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F04ED7E-76AF-4C5F-9FB0-ED407B63E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347" y="3809826"/>
            <a:ext cx="4825591" cy="2947338"/>
          </a:xfrm>
          <a:prstGeom prst="rect">
            <a:avLst/>
          </a:prstGeom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C1BD9D82-81EA-4305-A1F4-D92C4F7DA0DF}"/>
              </a:ext>
            </a:extLst>
          </p:cNvPr>
          <p:cNvSpPr txBox="1"/>
          <p:nvPr/>
        </p:nvSpPr>
        <p:spPr>
          <a:xfrm>
            <a:off x="8213849" y="4575705"/>
            <a:ext cx="22009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1=W1*input[1]</a:t>
            </a:r>
          </a:p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2=W1*input[2]</a:t>
            </a:r>
          </a:p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3=W1*input[3]</a:t>
            </a:r>
          </a:p>
          <a:p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D6BCE1D-030E-41BD-BDE1-2D7BE45A9B63}"/>
              </a:ext>
            </a:extLst>
          </p:cNvPr>
          <p:cNvSpPr/>
          <p:nvPr/>
        </p:nvSpPr>
        <p:spPr>
          <a:xfrm>
            <a:off x="8044852" y="4500915"/>
            <a:ext cx="2200991" cy="1051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E765552-70AE-45B7-8808-79FC7FFD784E}"/>
              </a:ext>
            </a:extLst>
          </p:cNvPr>
          <p:cNvSpPr txBox="1"/>
          <p:nvPr/>
        </p:nvSpPr>
        <p:spPr>
          <a:xfrm>
            <a:off x="8423150" y="5705712"/>
            <a:ext cx="31931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思考：能不能有优化？</a:t>
            </a:r>
            <a:r>
              <a:rPr lang="zh-CN" altLang="en-US" sz="1800" dirty="0"/>
              <a:t>🤔</a:t>
            </a:r>
            <a:endParaRPr lang="en-US" altLang="zh-CN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237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0F99414-30BB-4DBD-AE6F-2DB95EAE438C}"/>
              </a:ext>
            </a:extLst>
          </p:cNvPr>
          <p:cNvSpPr/>
          <p:nvPr/>
        </p:nvSpPr>
        <p:spPr>
          <a:xfrm>
            <a:off x="1956087" y="2100258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9801968-6CDD-4B01-94A3-1A13BD2D09F7}"/>
              </a:ext>
            </a:extLst>
          </p:cNvPr>
          <p:cNvSpPr/>
          <p:nvPr/>
        </p:nvSpPr>
        <p:spPr>
          <a:xfrm>
            <a:off x="1956087" y="2957063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CBE1ED6-3DC7-4C0D-928D-241B470DD150}"/>
              </a:ext>
            </a:extLst>
          </p:cNvPr>
          <p:cNvSpPr/>
          <p:nvPr/>
        </p:nvSpPr>
        <p:spPr>
          <a:xfrm>
            <a:off x="3609268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7618D25-925F-4A34-90EC-7C05E510B46C}"/>
              </a:ext>
            </a:extLst>
          </p:cNvPr>
          <p:cNvSpPr/>
          <p:nvPr/>
        </p:nvSpPr>
        <p:spPr>
          <a:xfrm>
            <a:off x="3609268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5F80348-2074-4AA0-93F8-EA5080074A83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2369495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EA2F6D3-8D15-4EB9-A5BD-18615E6D5956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2369495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C77F5A9-139C-47B2-A6A7-CCCE0BD9520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2369495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8C45C55-137E-427D-963F-57548F2336B7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2369495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E8927384-E827-4882-9346-238789948765}"/>
              </a:ext>
            </a:extLst>
          </p:cNvPr>
          <p:cNvSpPr/>
          <p:nvPr/>
        </p:nvSpPr>
        <p:spPr>
          <a:xfrm>
            <a:off x="2418816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5469CB2-B79E-40BA-9BEB-230BCEED65DF}"/>
              </a:ext>
            </a:extLst>
          </p:cNvPr>
          <p:cNvSpPr/>
          <p:nvPr/>
        </p:nvSpPr>
        <p:spPr>
          <a:xfrm>
            <a:off x="5082991" y="209901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6BBD3E1-0C76-4C90-9F88-EEE3C3F164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307" y="2119606"/>
            <a:ext cx="355124" cy="366565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9DAE4480-86A7-4527-8989-687DE9EA80F0}"/>
              </a:ext>
            </a:extLst>
          </p:cNvPr>
          <p:cNvSpPr/>
          <p:nvPr/>
        </p:nvSpPr>
        <p:spPr>
          <a:xfrm>
            <a:off x="5082991" y="295988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A1D5E8F-5181-4CC1-9D05-DB7D15BC7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307" y="2980481"/>
            <a:ext cx="355124" cy="36656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BA655F0-BC23-45B7-854C-329EDF611ABD}"/>
              </a:ext>
            </a:extLst>
          </p:cNvPr>
          <p:cNvSpPr/>
          <p:nvPr/>
        </p:nvSpPr>
        <p:spPr>
          <a:xfrm>
            <a:off x="4005759" y="224226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3F28168-DF66-4DC8-988E-C3BD54DB7531}"/>
              </a:ext>
            </a:extLst>
          </p:cNvPr>
          <p:cNvCxnSpPr>
            <a:stCxn id="6" idx="6"/>
            <a:endCxn id="13" idx="2"/>
          </p:cNvCxnSpPr>
          <p:nvPr/>
        </p:nvCxnSpPr>
        <p:spPr>
          <a:xfrm flipV="1">
            <a:off x="4017024" y="230288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76D288B-CE07-43B8-841B-8CCFC8FFE55A}"/>
              </a:ext>
            </a:extLst>
          </p:cNvPr>
          <p:cNvCxnSpPr>
            <a:cxnSpLocks/>
            <a:stCxn id="7" idx="6"/>
            <a:endCxn id="15" idx="2"/>
          </p:cNvCxnSpPr>
          <p:nvPr/>
        </p:nvCxnSpPr>
        <p:spPr>
          <a:xfrm flipV="1">
            <a:off x="4017024" y="316376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1D3B641-7606-4424-AD79-647A1ED21052}"/>
              </a:ext>
            </a:extLst>
          </p:cNvPr>
          <p:cNvSpPr txBox="1"/>
          <p:nvPr/>
        </p:nvSpPr>
        <p:spPr>
          <a:xfrm>
            <a:off x="2582785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59CDB1-59F2-4075-B6E5-8626D802B1BD}"/>
              </a:ext>
            </a:extLst>
          </p:cNvPr>
          <p:cNvSpPr txBox="1"/>
          <p:nvPr/>
        </p:nvSpPr>
        <p:spPr>
          <a:xfrm>
            <a:off x="4224890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4B7EEE5-6701-4F1F-B675-2EC33F70F8F5}"/>
              </a:ext>
            </a:extLst>
          </p:cNvPr>
          <p:cNvSpPr txBox="1"/>
          <p:nvPr/>
        </p:nvSpPr>
        <p:spPr>
          <a:xfrm>
            <a:off x="4313767" y="226604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4BCAE2-3725-4D60-B5F6-E981D63BA708}"/>
              </a:ext>
            </a:extLst>
          </p:cNvPr>
          <p:cNvSpPr txBox="1"/>
          <p:nvPr/>
        </p:nvSpPr>
        <p:spPr>
          <a:xfrm>
            <a:off x="4314304" y="27991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31B906E-8DB5-4A9E-9D55-AF39BC9B8CDE}"/>
              </a:ext>
            </a:extLst>
          </p:cNvPr>
          <p:cNvSpPr/>
          <p:nvPr/>
        </p:nvSpPr>
        <p:spPr>
          <a:xfrm>
            <a:off x="6733832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B7872E6-90EB-493B-A311-9B96B032F041}"/>
              </a:ext>
            </a:extLst>
          </p:cNvPr>
          <p:cNvSpPr/>
          <p:nvPr/>
        </p:nvSpPr>
        <p:spPr>
          <a:xfrm>
            <a:off x="6733832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41A4F7C-BD5B-40CC-936B-C1BEAFCC584B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494059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A7AB2CD-1ADA-4599-8AD2-57E2D157978D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494059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1EE8703-599F-4B2B-8980-366F7439B0BA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494059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178B546-08C6-4DF4-8323-6E116DDA7167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494059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7A09AAFE-DFE8-4BAE-A18A-9EC159CFABF3}"/>
              </a:ext>
            </a:extLst>
          </p:cNvPr>
          <p:cNvSpPr/>
          <p:nvPr/>
        </p:nvSpPr>
        <p:spPr>
          <a:xfrm>
            <a:off x="5543380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D3E1F5B-304A-417D-8C4D-C34D79746082}"/>
              </a:ext>
            </a:extLst>
          </p:cNvPr>
          <p:cNvSpPr txBox="1"/>
          <p:nvPr/>
        </p:nvSpPr>
        <p:spPr>
          <a:xfrm>
            <a:off x="5707349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0302CE5-ECEF-4387-95ED-886E2A198DC0}"/>
              </a:ext>
            </a:extLst>
          </p:cNvPr>
          <p:cNvSpPr/>
          <p:nvPr/>
        </p:nvSpPr>
        <p:spPr>
          <a:xfrm>
            <a:off x="8219273" y="207842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8B7E73A9-9786-40B4-B4A8-7C5E02FD20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5589" y="2099013"/>
            <a:ext cx="355124" cy="366565"/>
          </a:xfrm>
          <a:prstGeom prst="rect">
            <a:avLst/>
          </a:prstGeom>
        </p:spPr>
      </p:pic>
      <p:sp>
        <p:nvSpPr>
          <p:cNvPr id="36" name="椭圆 35">
            <a:extLst>
              <a:ext uri="{FF2B5EF4-FFF2-40B4-BE49-F238E27FC236}">
                <a16:creationId xmlns:a16="http://schemas.microsoft.com/office/drawing/2014/main" id="{76871926-9265-4E49-B67D-2F6B474C09E9}"/>
              </a:ext>
            </a:extLst>
          </p:cNvPr>
          <p:cNvSpPr/>
          <p:nvPr/>
        </p:nvSpPr>
        <p:spPr>
          <a:xfrm>
            <a:off x="8219273" y="293929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339AAA10-D4CA-4D2C-B602-7065D35CF3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5589" y="2959888"/>
            <a:ext cx="355124" cy="366565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06A41346-C77B-45AF-AD18-3D8F59C313DF}"/>
              </a:ext>
            </a:extLst>
          </p:cNvPr>
          <p:cNvSpPr/>
          <p:nvPr/>
        </p:nvSpPr>
        <p:spPr>
          <a:xfrm>
            <a:off x="7142041" y="2221667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2063A30-5105-4A35-A592-53319299DC77}"/>
              </a:ext>
            </a:extLst>
          </p:cNvPr>
          <p:cNvCxnSpPr>
            <a:endCxn id="34" idx="2"/>
          </p:cNvCxnSpPr>
          <p:nvPr/>
        </p:nvCxnSpPr>
        <p:spPr>
          <a:xfrm flipV="1">
            <a:off x="7153306" y="2282295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73DB78C-B3D6-4111-AA20-940AF457D007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7153306" y="3143170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9E5EB368-AB59-4F67-8063-B8AB4552FB0E}"/>
              </a:ext>
            </a:extLst>
          </p:cNvPr>
          <p:cNvSpPr txBox="1"/>
          <p:nvPr/>
        </p:nvSpPr>
        <p:spPr>
          <a:xfrm>
            <a:off x="7361172" y="1725420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0F2B884-5D08-49FD-B4ED-69B9C81683F1}"/>
              </a:ext>
            </a:extLst>
          </p:cNvPr>
          <p:cNvSpPr txBox="1"/>
          <p:nvPr/>
        </p:nvSpPr>
        <p:spPr>
          <a:xfrm>
            <a:off x="7450049" y="2245455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1BFB8D-49EC-4AB7-A519-7D6C3B43E1ED}"/>
              </a:ext>
            </a:extLst>
          </p:cNvPr>
          <p:cNvSpPr txBox="1"/>
          <p:nvPr/>
        </p:nvSpPr>
        <p:spPr>
          <a:xfrm>
            <a:off x="7450586" y="27785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03E8B84-54CA-444E-9913-2094468BB2BF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8627029" y="2282295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4CF7E40E-04B2-4693-A274-F7DC571A5D9E}"/>
              </a:ext>
            </a:extLst>
          </p:cNvPr>
          <p:cNvCxnSpPr>
            <a:cxnSpLocks/>
          </p:cNvCxnSpPr>
          <p:nvPr/>
        </p:nvCxnSpPr>
        <p:spPr>
          <a:xfrm>
            <a:off x="9150367" y="3331532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41A6D7A-4E78-492F-B8EF-1A33B4C2B601}"/>
              </a:ext>
            </a:extLst>
          </p:cNvPr>
          <p:cNvSpPr txBox="1"/>
          <p:nvPr/>
        </p:nvSpPr>
        <p:spPr>
          <a:xfrm>
            <a:off x="9052395" y="203448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9BB6570-0ED3-49EF-B9F5-3390D15270A4}"/>
              </a:ext>
            </a:extLst>
          </p:cNvPr>
          <p:cNvSpPr txBox="1"/>
          <p:nvPr/>
        </p:nvSpPr>
        <p:spPr>
          <a:xfrm>
            <a:off x="9052394" y="288955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420D800-E60C-4A53-B172-663667E3D7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5181" y="2119605"/>
            <a:ext cx="355124" cy="36656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3108692A-5A73-4BBF-BF7D-CE766412E9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8569" y="2977854"/>
            <a:ext cx="355124" cy="366565"/>
          </a:xfrm>
          <a:prstGeom prst="rect">
            <a:avLst/>
          </a:prstGeom>
        </p:spPr>
      </p:pic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73D4250-4D3A-4607-B6D7-405E072D0686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1450415" y="2306959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54854BC-74AE-4D0D-AD47-F2D9F2E3E6A5}"/>
              </a:ext>
            </a:extLst>
          </p:cNvPr>
          <p:cNvCxnSpPr>
            <a:cxnSpLocks/>
            <a:endCxn id="49" idx="3"/>
          </p:cNvCxnSpPr>
          <p:nvPr/>
        </p:nvCxnSpPr>
        <p:spPr>
          <a:xfrm>
            <a:off x="1470765" y="3156779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BDB43E1-C4E0-48B5-944A-8FEC084FE67F}"/>
              </a:ext>
            </a:extLst>
          </p:cNvPr>
          <p:cNvSpPr/>
          <p:nvPr/>
        </p:nvSpPr>
        <p:spPr>
          <a:xfrm>
            <a:off x="384448" y="2034480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34A17D-05C8-4F7A-AE0B-7A2A58204A0A}"/>
              </a:ext>
            </a:extLst>
          </p:cNvPr>
          <p:cNvSpPr txBox="1"/>
          <p:nvPr/>
        </p:nvSpPr>
        <p:spPr>
          <a:xfrm>
            <a:off x="5134749" y="3454484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b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1AE91FB-DC36-42B7-8B26-A88DBA69A8DB}"/>
              </a:ext>
            </a:extLst>
          </p:cNvPr>
          <p:cNvSpPr txBox="1"/>
          <p:nvPr/>
        </p:nvSpPr>
        <p:spPr>
          <a:xfrm>
            <a:off x="6762767" y="3454484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A6C4162-F9CC-4557-9495-131E98507392}"/>
              </a:ext>
            </a:extLst>
          </p:cNvPr>
          <p:cNvSpPr txBox="1"/>
          <p:nvPr/>
        </p:nvSpPr>
        <p:spPr>
          <a:xfrm>
            <a:off x="8283171" y="3445183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d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D1C3B52-9414-4938-AA0A-977795F7BA40}"/>
              </a:ext>
            </a:extLst>
          </p:cNvPr>
          <p:cNvSpPr txBox="1"/>
          <p:nvPr/>
        </p:nvSpPr>
        <p:spPr>
          <a:xfrm>
            <a:off x="194735" y="1167580"/>
            <a:ext cx="8393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方法</a:t>
            </a:r>
            <a:r>
              <a:rPr lang="en-US" altLang="zh-CN" sz="2000" dirty="0"/>
              <a:t>2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逐层传播</a:t>
            </a:r>
            <a:r>
              <a:rPr lang="zh-CN" altLang="en-US" sz="2000" dirty="0"/>
              <a:t>，先算完整层时间序列，再交给下一层：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DD00C21-04EB-4D7D-9063-47774279C147}"/>
              </a:ext>
            </a:extLst>
          </p:cNvPr>
          <p:cNvSpPr txBox="1"/>
          <p:nvPr/>
        </p:nvSpPr>
        <p:spPr>
          <a:xfrm>
            <a:off x="855591" y="3481928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CCBCB11-ECEC-4A22-8976-4F43E6AF3847}"/>
              </a:ext>
            </a:extLst>
          </p:cNvPr>
          <p:cNvSpPr txBox="1"/>
          <p:nvPr/>
        </p:nvSpPr>
        <p:spPr>
          <a:xfrm>
            <a:off x="855591" y="3839671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input[2]=[1,0]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40B7696-409E-42FF-B610-DCB0DBD82992}"/>
              </a:ext>
            </a:extLst>
          </p:cNvPr>
          <p:cNvSpPr txBox="1"/>
          <p:nvPr/>
        </p:nvSpPr>
        <p:spPr>
          <a:xfrm>
            <a:off x="855591" y="4207303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input[3]=[0,1]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0B21A02-E1E5-41E2-8756-EEDBF3256186}"/>
              </a:ext>
            </a:extLst>
          </p:cNvPr>
          <p:cNvSpPr txBox="1"/>
          <p:nvPr/>
        </p:nvSpPr>
        <p:spPr>
          <a:xfrm>
            <a:off x="3687908" y="3445183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a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F04ED7E-76AF-4C5F-9FB0-ED407B63E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6347" y="3809826"/>
            <a:ext cx="4825591" cy="2947338"/>
          </a:xfrm>
          <a:prstGeom prst="rect">
            <a:avLst/>
          </a:prstGeom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C1BD9D82-81EA-4305-A1F4-D92C4F7DA0DF}"/>
              </a:ext>
            </a:extLst>
          </p:cNvPr>
          <p:cNvSpPr txBox="1"/>
          <p:nvPr/>
        </p:nvSpPr>
        <p:spPr>
          <a:xfrm>
            <a:off x="9753940" y="3944767"/>
            <a:ext cx="22009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1=W1*input[1]</a:t>
            </a:r>
          </a:p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2=W1*input[2]</a:t>
            </a:r>
          </a:p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3=W1*input[3]</a:t>
            </a:r>
          </a:p>
          <a:p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D6BCE1D-030E-41BD-BDE1-2D7BE45A9B63}"/>
              </a:ext>
            </a:extLst>
          </p:cNvPr>
          <p:cNvSpPr/>
          <p:nvPr/>
        </p:nvSpPr>
        <p:spPr>
          <a:xfrm>
            <a:off x="9584943" y="3869977"/>
            <a:ext cx="2200991" cy="1051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8DC4413-0FC5-4084-BAFE-7B34F54053B4}"/>
              </a:ext>
            </a:extLst>
          </p:cNvPr>
          <p:cNvSpPr txBox="1"/>
          <p:nvPr/>
        </p:nvSpPr>
        <p:spPr>
          <a:xfrm>
            <a:off x="9991007" y="5745178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=W1*</a:t>
            </a:r>
            <a:r>
              <a:rPr lang="en-US" altLang="zh-CN" b="1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</a:t>
            </a:r>
          </a:p>
        </p:txBody>
      </p:sp>
      <p:sp>
        <p:nvSpPr>
          <p:cNvPr id="53" name="箭头: 下 52">
            <a:extLst>
              <a:ext uri="{FF2B5EF4-FFF2-40B4-BE49-F238E27FC236}">
                <a16:creationId xmlns:a16="http://schemas.microsoft.com/office/drawing/2014/main" id="{9E8BBC29-FFC8-43F6-9668-5E61AA398C2F}"/>
              </a:ext>
            </a:extLst>
          </p:cNvPr>
          <p:cNvSpPr/>
          <p:nvPr/>
        </p:nvSpPr>
        <p:spPr>
          <a:xfrm>
            <a:off x="10527551" y="5004202"/>
            <a:ext cx="264160" cy="6773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60F0C26-3218-4DB5-A530-DA9ECD0AC41D}"/>
              </a:ext>
            </a:extLst>
          </p:cNvPr>
          <p:cNvSpPr txBox="1"/>
          <p:nvPr/>
        </p:nvSpPr>
        <p:spPr>
          <a:xfrm>
            <a:off x="7249935" y="4953528"/>
            <a:ext cx="3193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按时间维度拼接，</a:t>
            </a:r>
            <a:endParaRPr lang="en-US" altLang="zh-CN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组合成一个大矩阵一起和</a:t>
            </a:r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W1</a:t>
            </a:r>
            <a:r>
              <a:rPr lang="zh-CN" alt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算</a:t>
            </a:r>
            <a:endParaRPr lang="en-US" altLang="zh-CN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137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0F99414-30BB-4DBD-AE6F-2DB95EAE438C}"/>
              </a:ext>
            </a:extLst>
          </p:cNvPr>
          <p:cNvSpPr/>
          <p:nvPr/>
        </p:nvSpPr>
        <p:spPr>
          <a:xfrm>
            <a:off x="1956087" y="2100258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9801968-6CDD-4B01-94A3-1A13BD2D09F7}"/>
              </a:ext>
            </a:extLst>
          </p:cNvPr>
          <p:cNvSpPr/>
          <p:nvPr/>
        </p:nvSpPr>
        <p:spPr>
          <a:xfrm>
            <a:off x="1956087" y="2957063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CBE1ED6-3DC7-4C0D-928D-241B470DD150}"/>
              </a:ext>
            </a:extLst>
          </p:cNvPr>
          <p:cNvSpPr/>
          <p:nvPr/>
        </p:nvSpPr>
        <p:spPr>
          <a:xfrm>
            <a:off x="3609268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7618D25-925F-4A34-90EC-7C05E510B46C}"/>
              </a:ext>
            </a:extLst>
          </p:cNvPr>
          <p:cNvSpPr/>
          <p:nvPr/>
        </p:nvSpPr>
        <p:spPr>
          <a:xfrm>
            <a:off x="3609268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5F80348-2074-4AA0-93F8-EA5080074A83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2369495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EA2F6D3-8D15-4EB9-A5BD-18615E6D5956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2369495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C77F5A9-139C-47B2-A6A7-CCCE0BD9520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2369495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8C45C55-137E-427D-963F-57548F2336B7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2369495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E8927384-E827-4882-9346-238789948765}"/>
              </a:ext>
            </a:extLst>
          </p:cNvPr>
          <p:cNvSpPr/>
          <p:nvPr/>
        </p:nvSpPr>
        <p:spPr>
          <a:xfrm>
            <a:off x="2418816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5469CB2-B79E-40BA-9BEB-230BCEED65DF}"/>
              </a:ext>
            </a:extLst>
          </p:cNvPr>
          <p:cNvSpPr/>
          <p:nvPr/>
        </p:nvSpPr>
        <p:spPr>
          <a:xfrm>
            <a:off x="5082991" y="209901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6BBD3E1-0C76-4C90-9F88-EEE3C3F164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307" y="2119606"/>
            <a:ext cx="355124" cy="366565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9DAE4480-86A7-4527-8989-687DE9EA80F0}"/>
              </a:ext>
            </a:extLst>
          </p:cNvPr>
          <p:cNvSpPr/>
          <p:nvPr/>
        </p:nvSpPr>
        <p:spPr>
          <a:xfrm>
            <a:off x="5082991" y="295988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A1D5E8F-5181-4CC1-9D05-DB7D15BC7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307" y="2980481"/>
            <a:ext cx="355124" cy="36656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BA655F0-BC23-45B7-854C-329EDF611ABD}"/>
              </a:ext>
            </a:extLst>
          </p:cNvPr>
          <p:cNvSpPr/>
          <p:nvPr/>
        </p:nvSpPr>
        <p:spPr>
          <a:xfrm>
            <a:off x="4005759" y="224226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3F28168-DF66-4DC8-988E-C3BD54DB7531}"/>
              </a:ext>
            </a:extLst>
          </p:cNvPr>
          <p:cNvCxnSpPr>
            <a:stCxn id="6" idx="6"/>
            <a:endCxn id="13" idx="2"/>
          </p:cNvCxnSpPr>
          <p:nvPr/>
        </p:nvCxnSpPr>
        <p:spPr>
          <a:xfrm flipV="1">
            <a:off x="4017024" y="230288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76D288B-CE07-43B8-841B-8CCFC8FFE55A}"/>
              </a:ext>
            </a:extLst>
          </p:cNvPr>
          <p:cNvCxnSpPr>
            <a:cxnSpLocks/>
            <a:stCxn id="7" idx="6"/>
            <a:endCxn id="15" idx="2"/>
          </p:cNvCxnSpPr>
          <p:nvPr/>
        </p:nvCxnSpPr>
        <p:spPr>
          <a:xfrm flipV="1">
            <a:off x="4017024" y="316376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1D3B641-7606-4424-AD79-647A1ED21052}"/>
              </a:ext>
            </a:extLst>
          </p:cNvPr>
          <p:cNvSpPr txBox="1"/>
          <p:nvPr/>
        </p:nvSpPr>
        <p:spPr>
          <a:xfrm>
            <a:off x="2582785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59CDB1-59F2-4075-B6E5-8626D802B1BD}"/>
              </a:ext>
            </a:extLst>
          </p:cNvPr>
          <p:cNvSpPr txBox="1"/>
          <p:nvPr/>
        </p:nvSpPr>
        <p:spPr>
          <a:xfrm>
            <a:off x="4224890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4B7EEE5-6701-4F1F-B675-2EC33F70F8F5}"/>
              </a:ext>
            </a:extLst>
          </p:cNvPr>
          <p:cNvSpPr txBox="1"/>
          <p:nvPr/>
        </p:nvSpPr>
        <p:spPr>
          <a:xfrm>
            <a:off x="4313767" y="226604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4BCAE2-3725-4D60-B5F6-E981D63BA708}"/>
              </a:ext>
            </a:extLst>
          </p:cNvPr>
          <p:cNvSpPr txBox="1"/>
          <p:nvPr/>
        </p:nvSpPr>
        <p:spPr>
          <a:xfrm>
            <a:off x="4314304" y="27991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31B906E-8DB5-4A9E-9D55-AF39BC9B8CDE}"/>
              </a:ext>
            </a:extLst>
          </p:cNvPr>
          <p:cNvSpPr/>
          <p:nvPr/>
        </p:nvSpPr>
        <p:spPr>
          <a:xfrm>
            <a:off x="6733832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B7872E6-90EB-493B-A311-9B96B032F041}"/>
              </a:ext>
            </a:extLst>
          </p:cNvPr>
          <p:cNvSpPr/>
          <p:nvPr/>
        </p:nvSpPr>
        <p:spPr>
          <a:xfrm>
            <a:off x="6733832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41A4F7C-BD5B-40CC-936B-C1BEAFCC584B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494059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A7AB2CD-1ADA-4599-8AD2-57E2D157978D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494059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1EE8703-599F-4B2B-8980-366F7439B0BA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494059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178B546-08C6-4DF4-8323-6E116DDA7167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494059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7A09AAFE-DFE8-4BAE-A18A-9EC159CFABF3}"/>
              </a:ext>
            </a:extLst>
          </p:cNvPr>
          <p:cNvSpPr/>
          <p:nvPr/>
        </p:nvSpPr>
        <p:spPr>
          <a:xfrm>
            <a:off x="5543380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D3E1F5B-304A-417D-8C4D-C34D79746082}"/>
              </a:ext>
            </a:extLst>
          </p:cNvPr>
          <p:cNvSpPr txBox="1"/>
          <p:nvPr/>
        </p:nvSpPr>
        <p:spPr>
          <a:xfrm>
            <a:off x="5707349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0302CE5-ECEF-4387-95ED-886E2A198DC0}"/>
              </a:ext>
            </a:extLst>
          </p:cNvPr>
          <p:cNvSpPr/>
          <p:nvPr/>
        </p:nvSpPr>
        <p:spPr>
          <a:xfrm>
            <a:off x="8219273" y="207842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8B7E73A9-9786-40B4-B4A8-7C5E02FD20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5589" y="2099013"/>
            <a:ext cx="355124" cy="366565"/>
          </a:xfrm>
          <a:prstGeom prst="rect">
            <a:avLst/>
          </a:prstGeom>
        </p:spPr>
      </p:pic>
      <p:sp>
        <p:nvSpPr>
          <p:cNvPr id="36" name="椭圆 35">
            <a:extLst>
              <a:ext uri="{FF2B5EF4-FFF2-40B4-BE49-F238E27FC236}">
                <a16:creationId xmlns:a16="http://schemas.microsoft.com/office/drawing/2014/main" id="{76871926-9265-4E49-B67D-2F6B474C09E9}"/>
              </a:ext>
            </a:extLst>
          </p:cNvPr>
          <p:cNvSpPr/>
          <p:nvPr/>
        </p:nvSpPr>
        <p:spPr>
          <a:xfrm>
            <a:off x="8219273" y="293929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339AAA10-D4CA-4D2C-B602-7065D35CF3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5589" y="2959888"/>
            <a:ext cx="355124" cy="366565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06A41346-C77B-45AF-AD18-3D8F59C313DF}"/>
              </a:ext>
            </a:extLst>
          </p:cNvPr>
          <p:cNvSpPr/>
          <p:nvPr/>
        </p:nvSpPr>
        <p:spPr>
          <a:xfrm>
            <a:off x="7142041" y="2221667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2063A30-5105-4A35-A592-53319299DC77}"/>
              </a:ext>
            </a:extLst>
          </p:cNvPr>
          <p:cNvCxnSpPr>
            <a:endCxn id="34" idx="2"/>
          </p:cNvCxnSpPr>
          <p:nvPr/>
        </p:nvCxnSpPr>
        <p:spPr>
          <a:xfrm flipV="1">
            <a:off x="7153306" y="2282295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73DB78C-B3D6-4111-AA20-940AF457D007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7153306" y="3143170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9E5EB368-AB59-4F67-8063-B8AB4552FB0E}"/>
              </a:ext>
            </a:extLst>
          </p:cNvPr>
          <p:cNvSpPr txBox="1"/>
          <p:nvPr/>
        </p:nvSpPr>
        <p:spPr>
          <a:xfrm>
            <a:off x="7361172" y="1725420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0F2B884-5D08-49FD-B4ED-69B9C81683F1}"/>
              </a:ext>
            </a:extLst>
          </p:cNvPr>
          <p:cNvSpPr txBox="1"/>
          <p:nvPr/>
        </p:nvSpPr>
        <p:spPr>
          <a:xfrm>
            <a:off x="7450049" y="2245455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1BFB8D-49EC-4AB7-A519-7D6C3B43E1ED}"/>
              </a:ext>
            </a:extLst>
          </p:cNvPr>
          <p:cNvSpPr txBox="1"/>
          <p:nvPr/>
        </p:nvSpPr>
        <p:spPr>
          <a:xfrm>
            <a:off x="7450586" y="27785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03E8B84-54CA-444E-9913-2094468BB2BF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8627029" y="2282295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4CF7E40E-04B2-4693-A274-F7DC571A5D9E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8627029" y="3143170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41A6D7A-4E78-492F-B8EF-1A33B4C2B601}"/>
              </a:ext>
            </a:extLst>
          </p:cNvPr>
          <p:cNvSpPr txBox="1"/>
          <p:nvPr/>
        </p:nvSpPr>
        <p:spPr>
          <a:xfrm>
            <a:off x="9052395" y="203448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9BB6570-0ED3-49EF-B9F5-3390D15270A4}"/>
              </a:ext>
            </a:extLst>
          </p:cNvPr>
          <p:cNvSpPr txBox="1"/>
          <p:nvPr/>
        </p:nvSpPr>
        <p:spPr>
          <a:xfrm>
            <a:off x="9052394" y="288955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420D800-E60C-4A53-B172-663667E3D7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5181" y="2119605"/>
            <a:ext cx="355124" cy="36656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3108692A-5A73-4BBF-BF7D-CE766412E9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8569" y="2977854"/>
            <a:ext cx="355124" cy="366565"/>
          </a:xfrm>
          <a:prstGeom prst="rect">
            <a:avLst/>
          </a:prstGeom>
        </p:spPr>
      </p:pic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73D4250-4D3A-4607-B6D7-405E072D0686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1450415" y="2306959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54854BC-74AE-4D0D-AD47-F2D9F2E3E6A5}"/>
              </a:ext>
            </a:extLst>
          </p:cNvPr>
          <p:cNvCxnSpPr>
            <a:cxnSpLocks/>
            <a:endCxn id="49" idx="3"/>
          </p:cNvCxnSpPr>
          <p:nvPr/>
        </p:nvCxnSpPr>
        <p:spPr>
          <a:xfrm>
            <a:off x="1470765" y="3156779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BDB43E1-C4E0-48B5-944A-8FEC084FE67F}"/>
              </a:ext>
            </a:extLst>
          </p:cNvPr>
          <p:cNvSpPr/>
          <p:nvPr/>
        </p:nvSpPr>
        <p:spPr>
          <a:xfrm>
            <a:off x="384448" y="2034480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34A17D-05C8-4F7A-AE0B-7A2A58204A0A}"/>
              </a:ext>
            </a:extLst>
          </p:cNvPr>
          <p:cNvSpPr txBox="1"/>
          <p:nvPr/>
        </p:nvSpPr>
        <p:spPr>
          <a:xfrm>
            <a:off x="5134749" y="3454484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b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1AE91FB-DC36-42B7-8B26-A88DBA69A8DB}"/>
              </a:ext>
            </a:extLst>
          </p:cNvPr>
          <p:cNvSpPr txBox="1"/>
          <p:nvPr/>
        </p:nvSpPr>
        <p:spPr>
          <a:xfrm>
            <a:off x="6762767" y="3454484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A6C4162-F9CC-4557-9495-131E98507392}"/>
              </a:ext>
            </a:extLst>
          </p:cNvPr>
          <p:cNvSpPr txBox="1"/>
          <p:nvPr/>
        </p:nvSpPr>
        <p:spPr>
          <a:xfrm>
            <a:off x="8283171" y="3445183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d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D1C3B52-9414-4938-AA0A-977795F7BA40}"/>
              </a:ext>
            </a:extLst>
          </p:cNvPr>
          <p:cNvSpPr txBox="1"/>
          <p:nvPr/>
        </p:nvSpPr>
        <p:spPr>
          <a:xfrm>
            <a:off x="194735" y="1167580"/>
            <a:ext cx="8393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方法</a:t>
            </a:r>
            <a:r>
              <a:rPr lang="en-US" altLang="zh-CN" sz="2000" dirty="0"/>
              <a:t>2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逐层传播</a:t>
            </a:r>
            <a:r>
              <a:rPr lang="zh-CN" altLang="en-US" sz="2000" dirty="0"/>
              <a:t>，先算完整层时间序列，再交给下一层：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DD00C21-04EB-4D7D-9063-47774279C147}"/>
              </a:ext>
            </a:extLst>
          </p:cNvPr>
          <p:cNvSpPr txBox="1"/>
          <p:nvPr/>
        </p:nvSpPr>
        <p:spPr>
          <a:xfrm>
            <a:off x="855591" y="3481928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CCBCB11-ECEC-4A22-8976-4F43E6AF3847}"/>
              </a:ext>
            </a:extLst>
          </p:cNvPr>
          <p:cNvSpPr txBox="1"/>
          <p:nvPr/>
        </p:nvSpPr>
        <p:spPr>
          <a:xfrm>
            <a:off x="855591" y="3839671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input[2]=[1,0]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40B7696-409E-42FF-B610-DCB0DBD82992}"/>
              </a:ext>
            </a:extLst>
          </p:cNvPr>
          <p:cNvSpPr txBox="1"/>
          <p:nvPr/>
        </p:nvSpPr>
        <p:spPr>
          <a:xfrm>
            <a:off x="855591" y="4207303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input[3]=[0,1]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623590D-3F96-4CE8-A93A-F1EECB06DE80}"/>
              </a:ext>
            </a:extLst>
          </p:cNvPr>
          <p:cNvSpPr txBox="1"/>
          <p:nvPr/>
        </p:nvSpPr>
        <p:spPr>
          <a:xfrm>
            <a:off x="2953065" y="3497669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[2,2]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262650F-9537-4F89-87D9-71B9ECE497F5}"/>
              </a:ext>
            </a:extLst>
          </p:cNvPr>
          <p:cNvSpPr txBox="1"/>
          <p:nvPr/>
        </p:nvSpPr>
        <p:spPr>
          <a:xfrm>
            <a:off x="2953064" y="3849681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106C1FD-49CD-4475-B393-D038310AEB88}"/>
              </a:ext>
            </a:extLst>
          </p:cNvPr>
          <p:cNvSpPr txBox="1"/>
          <p:nvPr/>
        </p:nvSpPr>
        <p:spPr>
          <a:xfrm>
            <a:off x="2953063" y="4208883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B9475328-8594-4F6E-AB28-482F37335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328" y="3981546"/>
            <a:ext cx="3504263" cy="2864252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D1680284-50BA-4F57-8241-DBF8867410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26" y="4115222"/>
            <a:ext cx="3862942" cy="2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043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0F99414-30BB-4DBD-AE6F-2DB95EAE438C}"/>
              </a:ext>
            </a:extLst>
          </p:cNvPr>
          <p:cNvSpPr/>
          <p:nvPr/>
        </p:nvSpPr>
        <p:spPr>
          <a:xfrm>
            <a:off x="1956087" y="2100258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9801968-6CDD-4B01-94A3-1A13BD2D09F7}"/>
              </a:ext>
            </a:extLst>
          </p:cNvPr>
          <p:cNvSpPr/>
          <p:nvPr/>
        </p:nvSpPr>
        <p:spPr>
          <a:xfrm>
            <a:off x="1956087" y="2957063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CBE1ED6-3DC7-4C0D-928D-241B470DD150}"/>
              </a:ext>
            </a:extLst>
          </p:cNvPr>
          <p:cNvSpPr/>
          <p:nvPr/>
        </p:nvSpPr>
        <p:spPr>
          <a:xfrm>
            <a:off x="3609268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7618D25-925F-4A34-90EC-7C05E510B46C}"/>
              </a:ext>
            </a:extLst>
          </p:cNvPr>
          <p:cNvSpPr/>
          <p:nvPr/>
        </p:nvSpPr>
        <p:spPr>
          <a:xfrm>
            <a:off x="3609268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5F80348-2074-4AA0-93F8-EA5080074A83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2369495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EA2F6D3-8D15-4EB9-A5BD-18615E6D5956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2369495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C77F5A9-139C-47B2-A6A7-CCCE0BD9520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2369495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8C45C55-137E-427D-963F-57548F2336B7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2369495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E8927384-E827-4882-9346-238789948765}"/>
              </a:ext>
            </a:extLst>
          </p:cNvPr>
          <p:cNvSpPr/>
          <p:nvPr/>
        </p:nvSpPr>
        <p:spPr>
          <a:xfrm>
            <a:off x="2418816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5469CB2-B79E-40BA-9BEB-230BCEED65DF}"/>
              </a:ext>
            </a:extLst>
          </p:cNvPr>
          <p:cNvSpPr/>
          <p:nvPr/>
        </p:nvSpPr>
        <p:spPr>
          <a:xfrm>
            <a:off x="5082991" y="209901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6BBD3E1-0C76-4C90-9F88-EEE3C3F164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307" y="2119606"/>
            <a:ext cx="355124" cy="366565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9DAE4480-86A7-4527-8989-687DE9EA80F0}"/>
              </a:ext>
            </a:extLst>
          </p:cNvPr>
          <p:cNvSpPr/>
          <p:nvPr/>
        </p:nvSpPr>
        <p:spPr>
          <a:xfrm>
            <a:off x="5082991" y="295988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A1D5E8F-5181-4CC1-9D05-DB7D15BC7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307" y="2980481"/>
            <a:ext cx="355124" cy="36656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BA655F0-BC23-45B7-854C-329EDF611ABD}"/>
              </a:ext>
            </a:extLst>
          </p:cNvPr>
          <p:cNvSpPr/>
          <p:nvPr/>
        </p:nvSpPr>
        <p:spPr>
          <a:xfrm>
            <a:off x="4005759" y="224226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3F28168-DF66-4DC8-988E-C3BD54DB7531}"/>
              </a:ext>
            </a:extLst>
          </p:cNvPr>
          <p:cNvCxnSpPr>
            <a:stCxn id="6" idx="6"/>
            <a:endCxn id="13" idx="2"/>
          </p:cNvCxnSpPr>
          <p:nvPr/>
        </p:nvCxnSpPr>
        <p:spPr>
          <a:xfrm flipV="1">
            <a:off x="4017024" y="230288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76D288B-CE07-43B8-841B-8CCFC8FFE55A}"/>
              </a:ext>
            </a:extLst>
          </p:cNvPr>
          <p:cNvCxnSpPr>
            <a:cxnSpLocks/>
            <a:stCxn id="7" idx="6"/>
            <a:endCxn id="15" idx="2"/>
          </p:cNvCxnSpPr>
          <p:nvPr/>
        </p:nvCxnSpPr>
        <p:spPr>
          <a:xfrm flipV="1">
            <a:off x="4017024" y="316376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1D3B641-7606-4424-AD79-647A1ED21052}"/>
              </a:ext>
            </a:extLst>
          </p:cNvPr>
          <p:cNvSpPr txBox="1"/>
          <p:nvPr/>
        </p:nvSpPr>
        <p:spPr>
          <a:xfrm>
            <a:off x="2582785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59CDB1-59F2-4075-B6E5-8626D802B1BD}"/>
              </a:ext>
            </a:extLst>
          </p:cNvPr>
          <p:cNvSpPr txBox="1"/>
          <p:nvPr/>
        </p:nvSpPr>
        <p:spPr>
          <a:xfrm>
            <a:off x="4224890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4B7EEE5-6701-4F1F-B675-2EC33F70F8F5}"/>
              </a:ext>
            </a:extLst>
          </p:cNvPr>
          <p:cNvSpPr txBox="1"/>
          <p:nvPr/>
        </p:nvSpPr>
        <p:spPr>
          <a:xfrm>
            <a:off x="4313767" y="226604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4BCAE2-3725-4D60-B5F6-E981D63BA708}"/>
              </a:ext>
            </a:extLst>
          </p:cNvPr>
          <p:cNvSpPr txBox="1"/>
          <p:nvPr/>
        </p:nvSpPr>
        <p:spPr>
          <a:xfrm>
            <a:off x="4314304" y="27991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31B906E-8DB5-4A9E-9D55-AF39BC9B8CDE}"/>
              </a:ext>
            </a:extLst>
          </p:cNvPr>
          <p:cNvSpPr/>
          <p:nvPr/>
        </p:nvSpPr>
        <p:spPr>
          <a:xfrm>
            <a:off x="6733832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B7872E6-90EB-493B-A311-9B96B032F041}"/>
              </a:ext>
            </a:extLst>
          </p:cNvPr>
          <p:cNvSpPr/>
          <p:nvPr/>
        </p:nvSpPr>
        <p:spPr>
          <a:xfrm>
            <a:off x="6733832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41A4F7C-BD5B-40CC-936B-C1BEAFCC584B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494059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A7AB2CD-1ADA-4599-8AD2-57E2D157978D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494059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1EE8703-599F-4B2B-8980-366F7439B0BA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494059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178B546-08C6-4DF4-8323-6E116DDA7167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494059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7A09AAFE-DFE8-4BAE-A18A-9EC159CFABF3}"/>
              </a:ext>
            </a:extLst>
          </p:cNvPr>
          <p:cNvSpPr/>
          <p:nvPr/>
        </p:nvSpPr>
        <p:spPr>
          <a:xfrm>
            <a:off x="5543380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D3E1F5B-304A-417D-8C4D-C34D79746082}"/>
              </a:ext>
            </a:extLst>
          </p:cNvPr>
          <p:cNvSpPr txBox="1"/>
          <p:nvPr/>
        </p:nvSpPr>
        <p:spPr>
          <a:xfrm>
            <a:off x="5707349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0302CE5-ECEF-4387-95ED-886E2A198DC0}"/>
              </a:ext>
            </a:extLst>
          </p:cNvPr>
          <p:cNvSpPr/>
          <p:nvPr/>
        </p:nvSpPr>
        <p:spPr>
          <a:xfrm>
            <a:off x="8219273" y="207842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8B7E73A9-9786-40B4-B4A8-7C5E02FD20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5589" y="2099013"/>
            <a:ext cx="355124" cy="366565"/>
          </a:xfrm>
          <a:prstGeom prst="rect">
            <a:avLst/>
          </a:prstGeom>
        </p:spPr>
      </p:pic>
      <p:sp>
        <p:nvSpPr>
          <p:cNvPr id="36" name="椭圆 35">
            <a:extLst>
              <a:ext uri="{FF2B5EF4-FFF2-40B4-BE49-F238E27FC236}">
                <a16:creationId xmlns:a16="http://schemas.microsoft.com/office/drawing/2014/main" id="{76871926-9265-4E49-B67D-2F6B474C09E9}"/>
              </a:ext>
            </a:extLst>
          </p:cNvPr>
          <p:cNvSpPr/>
          <p:nvPr/>
        </p:nvSpPr>
        <p:spPr>
          <a:xfrm>
            <a:off x="8219273" y="293929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339AAA10-D4CA-4D2C-B602-7065D35CF3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5589" y="2959888"/>
            <a:ext cx="355124" cy="366565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06A41346-C77B-45AF-AD18-3D8F59C313DF}"/>
              </a:ext>
            </a:extLst>
          </p:cNvPr>
          <p:cNvSpPr/>
          <p:nvPr/>
        </p:nvSpPr>
        <p:spPr>
          <a:xfrm>
            <a:off x="7142041" y="2221667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2063A30-5105-4A35-A592-53319299DC77}"/>
              </a:ext>
            </a:extLst>
          </p:cNvPr>
          <p:cNvCxnSpPr>
            <a:endCxn id="34" idx="2"/>
          </p:cNvCxnSpPr>
          <p:nvPr/>
        </p:nvCxnSpPr>
        <p:spPr>
          <a:xfrm flipV="1">
            <a:off x="7153306" y="2282295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73DB78C-B3D6-4111-AA20-940AF457D007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7153306" y="3143170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9E5EB368-AB59-4F67-8063-B8AB4552FB0E}"/>
              </a:ext>
            </a:extLst>
          </p:cNvPr>
          <p:cNvSpPr txBox="1"/>
          <p:nvPr/>
        </p:nvSpPr>
        <p:spPr>
          <a:xfrm>
            <a:off x="7361172" y="1725420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0F2B884-5D08-49FD-B4ED-69B9C81683F1}"/>
              </a:ext>
            </a:extLst>
          </p:cNvPr>
          <p:cNvSpPr txBox="1"/>
          <p:nvPr/>
        </p:nvSpPr>
        <p:spPr>
          <a:xfrm>
            <a:off x="7450049" y="2245455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1BFB8D-49EC-4AB7-A519-7D6C3B43E1ED}"/>
              </a:ext>
            </a:extLst>
          </p:cNvPr>
          <p:cNvSpPr txBox="1"/>
          <p:nvPr/>
        </p:nvSpPr>
        <p:spPr>
          <a:xfrm>
            <a:off x="7450586" y="27785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03E8B84-54CA-444E-9913-2094468BB2BF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8627029" y="2282295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4CF7E40E-04B2-4693-A274-F7DC571A5D9E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8627029" y="3143170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41A6D7A-4E78-492F-B8EF-1A33B4C2B601}"/>
              </a:ext>
            </a:extLst>
          </p:cNvPr>
          <p:cNvSpPr txBox="1"/>
          <p:nvPr/>
        </p:nvSpPr>
        <p:spPr>
          <a:xfrm>
            <a:off x="9052395" y="203448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9BB6570-0ED3-49EF-B9F5-3390D15270A4}"/>
              </a:ext>
            </a:extLst>
          </p:cNvPr>
          <p:cNvSpPr txBox="1"/>
          <p:nvPr/>
        </p:nvSpPr>
        <p:spPr>
          <a:xfrm>
            <a:off x="9052394" y="288955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420D800-E60C-4A53-B172-663667E3D7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5181" y="2119605"/>
            <a:ext cx="355124" cy="36656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3108692A-5A73-4BBF-BF7D-CE766412E9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8569" y="2977854"/>
            <a:ext cx="355124" cy="366565"/>
          </a:xfrm>
          <a:prstGeom prst="rect">
            <a:avLst/>
          </a:prstGeom>
        </p:spPr>
      </p:pic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73D4250-4D3A-4607-B6D7-405E072D0686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1450415" y="2306959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54854BC-74AE-4D0D-AD47-F2D9F2E3E6A5}"/>
              </a:ext>
            </a:extLst>
          </p:cNvPr>
          <p:cNvCxnSpPr>
            <a:cxnSpLocks/>
            <a:endCxn id="49" idx="3"/>
          </p:cNvCxnSpPr>
          <p:nvPr/>
        </p:nvCxnSpPr>
        <p:spPr>
          <a:xfrm>
            <a:off x="1470765" y="3156779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BDB43E1-C4E0-48B5-944A-8FEC084FE67F}"/>
              </a:ext>
            </a:extLst>
          </p:cNvPr>
          <p:cNvSpPr/>
          <p:nvPr/>
        </p:nvSpPr>
        <p:spPr>
          <a:xfrm>
            <a:off x="384448" y="2034480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1AE91FB-DC36-42B7-8B26-A88DBA69A8DB}"/>
              </a:ext>
            </a:extLst>
          </p:cNvPr>
          <p:cNvSpPr txBox="1"/>
          <p:nvPr/>
        </p:nvSpPr>
        <p:spPr>
          <a:xfrm>
            <a:off x="6762767" y="3454484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A6C4162-F9CC-4557-9495-131E98507392}"/>
              </a:ext>
            </a:extLst>
          </p:cNvPr>
          <p:cNvSpPr txBox="1"/>
          <p:nvPr/>
        </p:nvSpPr>
        <p:spPr>
          <a:xfrm>
            <a:off x="8283171" y="3445183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d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D1C3B52-9414-4938-AA0A-977795F7BA40}"/>
              </a:ext>
            </a:extLst>
          </p:cNvPr>
          <p:cNvSpPr txBox="1"/>
          <p:nvPr/>
        </p:nvSpPr>
        <p:spPr>
          <a:xfrm>
            <a:off x="194735" y="1167580"/>
            <a:ext cx="8393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方法</a:t>
            </a:r>
            <a:r>
              <a:rPr lang="en-US" altLang="zh-CN" sz="2000" dirty="0"/>
              <a:t>2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逐层传播</a:t>
            </a:r>
            <a:r>
              <a:rPr lang="zh-CN" altLang="en-US" sz="2000" dirty="0"/>
              <a:t>，先算完整层时间序列，再交给下一层：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DD00C21-04EB-4D7D-9063-47774279C147}"/>
              </a:ext>
            </a:extLst>
          </p:cNvPr>
          <p:cNvSpPr txBox="1"/>
          <p:nvPr/>
        </p:nvSpPr>
        <p:spPr>
          <a:xfrm>
            <a:off x="855591" y="3481928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CCBCB11-ECEC-4A22-8976-4F43E6AF3847}"/>
              </a:ext>
            </a:extLst>
          </p:cNvPr>
          <p:cNvSpPr txBox="1"/>
          <p:nvPr/>
        </p:nvSpPr>
        <p:spPr>
          <a:xfrm>
            <a:off x="855591" y="3839671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input[2]=[1,0]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40B7696-409E-42FF-B610-DCB0DBD82992}"/>
              </a:ext>
            </a:extLst>
          </p:cNvPr>
          <p:cNvSpPr txBox="1"/>
          <p:nvPr/>
        </p:nvSpPr>
        <p:spPr>
          <a:xfrm>
            <a:off x="855591" y="4207303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input[3]=[0,1]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623590D-3F96-4CE8-A93A-F1EECB06DE80}"/>
              </a:ext>
            </a:extLst>
          </p:cNvPr>
          <p:cNvSpPr txBox="1"/>
          <p:nvPr/>
        </p:nvSpPr>
        <p:spPr>
          <a:xfrm>
            <a:off x="2953065" y="3497669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[2,2]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262650F-9537-4F89-87D9-71B9ECE497F5}"/>
              </a:ext>
            </a:extLst>
          </p:cNvPr>
          <p:cNvSpPr txBox="1"/>
          <p:nvPr/>
        </p:nvSpPr>
        <p:spPr>
          <a:xfrm>
            <a:off x="2953064" y="3849681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106C1FD-49CD-4475-B393-D038310AEB88}"/>
              </a:ext>
            </a:extLst>
          </p:cNvPr>
          <p:cNvSpPr txBox="1"/>
          <p:nvPr/>
        </p:nvSpPr>
        <p:spPr>
          <a:xfrm>
            <a:off x="2953063" y="4208883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5EA57BF-902F-4C85-8166-9B8FE718C813}"/>
              </a:ext>
            </a:extLst>
          </p:cNvPr>
          <p:cNvSpPr txBox="1"/>
          <p:nvPr/>
        </p:nvSpPr>
        <p:spPr>
          <a:xfrm>
            <a:off x="4626068" y="3497669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F9C4B80-06BF-47A4-8C01-4823E719BC32}"/>
              </a:ext>
            </a:extLst>
          </p:cNvPr>
          <p:cNvSpPr txBox="1"/>
          <p:nvPr/>
        </p:nvSpPr>
        <p:spPr>
          <a:xfrm>
            <a:off x="4626068" y="3858487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51C79CE-565C-4CF8-A82E-9AB6F18BDCC8}"/>
              </a:ext>
            </a:extLst>
          </p:cNvPr>
          <p:cNvSpPr txBox="1"/>
          <p:nvPr/>
        </p:nvSpPr>
        <p:spPr>
          <a:xfrm>
            <a:off x="4626068" y="4210583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3F5F12E-F8FE-4C76-9007-53A15AC2F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443" y="4158738"/>
            <a:ext cx="5645901" cy="238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90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0F99414-30BB-4DBD-AE6F-2DB95EAE438C}"/>
              </a:ext>
            </a:extLst>
          </p:cNvPr>
          <p:cNvSpPr/>
          <p:nvPr/>
        </p:nvSpPr>
        <p:spPr>
          <a:xfrm>
            <a:off x="1956087" y="2100258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9801968-6CDD-4B01-94A3-1A13BD2D09F7}"/>
              </a:ext>
            </a:extLst>
          </p:cNvPr>
          <p:cNvSpPr/>
          <p:nvPr/>
        </p:nvSpPr>
        <p:spPr>
          <a:xfrm>
            <a:off x="1956087" y="2957063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CBE1ED6-3DC7-4C0D-928D-241B470DD150}"/>
              </a:ext>
            </a:extLst>
          </p:cNvPr>
          <p:cNvSpPr/>
          <p:nvPr/>
        </p:nvSpPr>
        <p:spPr>
          <a:xfrm>
            <a:off x="3609268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7618D25-925F-4A34-90EC-7C05E510B46C}"/>
              </a:ext>
            </a:extLst>
          </p:cNvPr>
          <p:cNvSpPr/>
          <p:nvPr/>
        </p:nvSpPr>
        <p:spPr>
          <a:xfrm>
            <a:off x="3609268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5F80348-2074-4AA0-93F8-EA5080074A83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2369495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EA2F6D3-8D15-4EB9-A5BD-18615E6D5956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2369495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C77F5A9-139C-47B2-A6A7-CCCE0BD9520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2369495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8C45C55-137E-427D-963F-57548F2336B7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2369495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E8927384-E827-4882-9346-238789948765}"/>
              </a:ext>
            </a:extLst>
          </p:cNvPr>
          <p:cNvSpPr/>
          <p:nvPr/>
        </p:nvSpPr>
        <p:spPr>
          <a:xfrm>
            <a:off x="2418816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5469CB2-B79E-40BA-9BEB-230BCEED65DF}"/>
              </a:ext>
            </a:extLst>
          </p:cNvPr>
          <p:cNvSpPr/>
          <p:nvPr/>
        </p:nvSpPr>
        <p:spPr>
          <a:xfrm>
            <a:off x="5082991" y="209901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6BBD3E1-0C76-4C90-9F88-EEE3C3F164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307" y="2119606"/>
            <a:ext cx="355124" cy="366565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9DAE4480-86A7-4527-8989-687DE9EA80F0}"/>
              </a:ext>
            </a:extLst>
          </p:cNvPr>
          <p:cNvSpPr/>
          <p:nvPr/>
        </p:nvSpPr>
        <p:spPr>
          <a:xfrm>
            <a:off x="5082991" y="295988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A1D5E8F-5181-4CC1-9D05-DB7D15BC7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307" y="2980481"/>
            <a:ext cx="355124" cy="36656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BA655F0-BC23-45B7-854C-329EDF611ABD}"/>
              </a:ext>
            </a:extLst>
          </p:cNvPr>
          <p:cNvSpPr/>
          <p:nvPr/>
        </p:nvSpPr>
        <p:spPr>
          <a:xfrm>
            <a:off x="4005759" y="224226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3F28168-DF66-4DC8-988E-C3BD54DB7531}"/>
              </a:ext>
            </a:extLst>
          </p:cNvPr>
          <p:cNvCxnSpPr>
            <a:stCxn id="6" idx="6"/>
            <a:endCxn id="13" idx="2"/>
          </p:cNvCxnSpPr>
          <p:nvPr/>
        </p:nvCxnSpPr>
        <p:spPr>
          <a:xfrm flipV="1">
            <a:off x="4017024" y="230288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76D288B-CE07-43B8-841B-8CCFC8FFE55A}"/>
              </a:ext>
            </a:extLst>
          </p:cNvPr>
          <p:cNvCxnSpPr>
            <a:cxnSpLocks/>
            <a:stCxn id="7" idx="6"/>
            <a:endCxn id="15" idx="2"/>
          </p:cNvCxnSpPr>
          <p:nvPr/>
        </p:nvCxnSpPr>
        <p:spPr>
          <a:xfrm flipV="1">
            <a:off x="4017024" y="316376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1D3B641-7606-4424-AD79-647A1ED21052}"/>
              </a:ext>
            </a:extLst>
          </p:cNvPr>
          <p:cNvSpPr txBox="1"/>
          <p:nvPr/>
        </p:nvSpPr>
        <p:spPr>
          <a:xfrm>
            <a:off x="2582785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59CDB1-59F2-4075-B6E5-8626D802B1BD}"/>
              </a:ext>
            </a:extLst>
          </p:cNvPr>
          <p:cNvSpPr txBox="1"/>
          <p:nvPr/>
        </p:nvSpPr>
        <p:spPr>
          <a:xfrm>
            <a:off x="4224890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4B7EEE5-6701-4F1F-B675-2EC33F70F8F5}"/>
              </a:ext>
            </a:extLst>
          </p:cNvPr>
          <p:cNvSpPr txBox="1"/>
          <p:nvPr/>
        </p:nvSpPr>
        <p:spPr>
          <a:xfrm>
            <a:off x="4313767" y="226604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4BCAE2-3725-4D60-B5F6-E981D63BA708}"/>
              </a:ext>
            </a:extLst>
          </p:cNvPr>
          <p:cNvSpPr txBox="1"/>
          <p:nvPr/>
        </p:nvSpPr>
        <p:spPr>
          <a:xfrm>
            <a:off x="4314304" y="27991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31B906E-8DB5-4A9E-9D55-AF39BC9B8CDE}"/>
              </a:ext>
            </a:extLst>
          </p:cNvPr>
          <p:cNvSpPr/>
          <p:nvPr/>
        </p:nvSpPr>
        <p:spPr>
          <a:xfrm>
            <a:off x="6733832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B7872E6-90EB-493B-A311-9B96B032F041}"/>
              </a:ext>
            </a:extLst>
          </p:cNvPr>
          <p:cNvSpPr/>
          <p:nvPr/>
        </p:nvSpPr>
        <p:spPr>
          <a:xfrm>
            <a:off x="6733832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41A4F7C-BD5B-40CC-936B-C1BEAFCC584B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494059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A7AB2CD-1ADA-4599-8AD2-57E2D157978D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494059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1EE8703-599F-4B2B-8980-366F7439B0BA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494059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178B546-08C6-4DF4-8323-6E116DDA7167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494059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7A09AAFE-DFE8-4BAE-A18A-9EC159CFABF3}"/>
              </a:ext>
            </a:extLst>
          </p:cNvPr>
          <p:cNvSpPr/>
          <p:nvPr/>
        </p:nvSpPr>
        <p:spPr>
          <a:xfrm>
            <a:off x="5543380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D3E1F5B-304A-417D-8C4D-C34D79746082}"/>
              </a:ext>
            </a:extLst>
          </p:cNvPr>
          <p:cNvSpPr txBox="1"/>
          <p:nvPr/>
        </p:nvSpPr>
        <p:spPr>
          <a:xfrm>
            <a:off x="5707349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0302CE5-ECEF-4387-95ED-886E2A198DC0}"/>
              </a:ext>
            </a:extLst>
          </p:cNvPr>
          <p:cNvSpPr/>
          <p:nvPr/>
        </p:nvSpPr>
        <p:spPr>
          <a:xfrm>
            <a:off x="8219273" y="207842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8B7E73A9-9786-40B4-B4A8-7C5E02FD20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5589" y="2099013"/>
            <a:ext cx="355124" cy="366565"/>
          </a:xfrm>
          <a:prstGeom prst="rect">
            <a:avLst/>
          </a:prstGeom>
        </p:spPr>
      </p:pic>
      <p:sp>
        <p:nvSpPr>
          <p:cNvPr id="36" name="椭圆 35">
            <a:extLst>
              <a:ext uri="{FF2B5EF4-FFF2-40B4-BE49-F238E27FC236}">
                <a16:creationId xmlns:a16="http://schemas.microsoft.com/office/drawing/2014/main" id="{76871926-9265-4E49-B67D-2F6B474C09E9}"/>
              </a:ext>
            </a:extLst>
          </p:cNvPr>
          <p:cNvSpPr/>
          <p:nvPr/>
        </p:nvSpPr>
        <p:spPr>
          <a:xfrm>
            <a:off x="8219273" y="293929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339AAA10-D4CA-4D2C-B602-7065D35CF3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5589" y="2959888"/>
            <a:ext cx="355124" cy="366565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06A41346-C77B-45AF-AD18-3D8F59C313DF}"/>
              </a:ext>
            </a:extLst>
          </p:cNvPr>
          <p:cNvSpPr/>
          <p:nvPr/>
        </p:nvSpPr>
        <p:spPr>
          <a:xfrm>
            <a:off x="7142041" y="2221667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2063A30-5105-4A35-A592-53319299DC77}"/>
              </a:ext>
            </a:extLst>
          </p:cNvPr>
          <p:cNvCxnSpPr>
            <a:endCxn id="34" idx="2"/>
          </p:cNvCxnSpPr>
          <p:nvPr/>
        </p:nvCxnSpPr>
        <p:spPr>
          <a:xfrm flipV="1">
            <a:off x="7153306" y="2282295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73DB78C-B3D6-4111-AA20-940AF457D007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7153306" y="3143170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9E5EB368-AB59-4F67-8063-B8AB4552FB0E}"/>
              </a:ext>
            </a:extLst>
          </p:cNvPr>
          <p:cNvSpPr txBox="1"/>
          <p:nvPr/>
        </p:nvSpPr>
        <p:spPr>
          <a:xfrm>
            <a:off x="7361172" y="1725420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0F2B884-5D08-49FD-B4ED-69B9C81683F1}"/>
              </a:ext>
            </a:extLst>
          </p:cNvPr>
          <p:cNvSpPr txBox="1"/>
          <p:nvPr/>
        </p:nvSpPr>
        <p:spPr>
          <a:xfrm>
            <a:off x="7450049" y="2245455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1BFB8D-49EC-4AB7-A519-7D6C3B43E1ED}"/>
              </a:ext>
            </a:extLst>
          </p:cNvPr>
          <p:cNvSpPr txBox="1"/>
          <p:nvPr/>
        </p:nvSpPr>
        <p:spPr>
          <a:xfrm>
            <a:off x="7450586" y="27785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03E8B84-54CA-444E-9913-2094468BB2BF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8627029" y="2282295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4CF7E40E-04B2-4693-A274-F7DC571A5D9E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8627029" y="3143170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41A6D7A-4E78-492F-B8EF-1A33B4C2B601}"/>
              </a:ext>
            </a:extLst>
          </p:cNvPr>
          <p:cNvSpPr txBox="1"/>
          <p:nvPr/>
        </p:nvSpPr>
        <p:spPr>
          <a:xfrm>
            <a:off x="9052395" y="203448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9BB6570-0ED3-49EF-B9F5-3390D15270A4}"/>
              </a:ext>
            </a:extLst>
          </p:cNvPr>
          <p:cNvSpPr txBox="1"/>
          <p:nvPr/>
        </p:nvSpPr>
        <p:spPr>
          <a:xfrm>
            <a:off x="9052394" y="288955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420D800-E60C-4A53-B172-663667E3D7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5181" y="2119605"/>
            <a:ext cx="355124" cy="36656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3108692A-5A73-4BBF-BF7D-CE766412E9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8569" y="2977854"/>
            <a:ext cx="355124" cy="366565"/>
          </a:xfrm>
          <a:prstGeom prst="rect">
            <a:avLst/>
          </a:prstGeom>
        </p:spPr>
      </p:pic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73D4250-4D3A-4607-B6D7-405E072D0686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1450415" y="2306959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54854BC-74AE-4D0D-AD47-F2D9F2E3E6A5}"/>
              </a:ext>
            </a:extLst>
          </p:cNvPr>
          <p:cNvCxnSpPr>
            <a:cxnSpLocks/>
            <a:endCxn id="49" idx="3"/>
          </p:cNvCxnSpPr>
          <p:nvPr/>
        </p:nvCxnSpPr>
        <p:spPr>
          <a:xfrm>
            <a:off x="1470765" y="3156779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BDB43E1-C4E0-48B5-944A-8FEC084FE67F}"/>
              </a:ext>
            </a:extLst>
          </p:cNvPr>
          <p:cNvSpPr/>
          <p:nvPr/>
        </p:nvSpPr>
        <p:spPr>
          <a:xfrm>
            <a:off x="384448" y="2034480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A6C4162-F9CC-4557-9495-131E98507392}"/>
              </a:ext>
            </a:extLst>
          </p:cNvPr>
          <p:cNvSpPr txBox="1"/>
          <p:nvPr/>
        </p:nvSpPr>
        <p:spPr>
          <a:xfrm>
            <a:off x="8283171" y="3445183"/>
            <a:ext cx="4077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d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D1C3B52-9414-4938-AA0A-977795F7BA40}"/>
              </a:ext>
            </a:extLst>
          </p:cNvPr>
          <p:cNvSpPr txBox="1"/>
          <p:nvPr/>
        </p:nvSpPr>
        <p:spPr>
          <a:xfrm>
            <a:off x="194735" y="1167580"/>
            <a:ext cx="8393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方法</a:t>
            </a:r>
            <a:r>
              <a:rPr lang="en-US" altLang="zh-CN" sz="2000" dirty="0"/>
              <a:t>2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逐层传播</a:t>
            </a:r>
            <a:r>
              <a:rPr lang="zh-CN" altLang="en-US" sz="2000" dirty="0"/>
              <a:t>，先算完整层时间序列，再交给下一层：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DD00C21-04EB-4D7D-9063-47774279C147}"/>
              </a:ext>
            </a:extLst>
          </p:cNvPr>
          <p:cNvSpPr txBox="1"/>
          <p:nvPr/>
        </p:nvSpPr>
        <p:spPr>
          <a:xfrm>
            <a:off x="855591" y="3481928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CCBCB11-ECEC-4A22-8976-4F43E6AF3847}"/>
              </a:ext>
            </a:extLst>
          </p:cNvPr>
          <p:cNvSpPr txBox="1"/>
          <p:nvPr/>
        </p:nvSpPr>
        <p:spPr>
          <a:xfrm>
            <a:off x="855591" y="3839671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input[2]=[1,0]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40B7696-409E-42FF-B610-DCB0DBD82992}"/>
              </a:ext>
            </a:extLst>
          </p:cNvPr>
          <p:cNvSpPr txBox="1"/>
          <p:nvPr/>
        </p:nvSpPr>
        <p:spPr>
          <a:xfrm>
            <a:off x="855591" y="4207303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input[3]=[0,1]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623590D-3F96-4CE8-A93A-F1EECB06DE80}"/>
              </a:ext>
            </a:extLst>
          </p:cNvPr>
          <p:cNvSpPr txBox="1"/>
          <p:nvPr/>
        </p:nvSpPr>
        <p:spPr>
          <a:xfrm>
            <a:off x="2953065" y="3497669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[2,2]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262650F-9537-4F89-87D9-71B9ECE497F5}"/>
              </a:ext>
            </a:extLst>
          </p:cNvPr>
          <p:cNvSpPr txBox="1"/>
          <p:nvPr/>
        </p:nvSpPr>
        <p:spPr>
          <a:xfrm>
            <a:off x="2953064" y="3849681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106C1FD-49CD-4475-B393-D038310AEB88}"/>
              </a:ext>
            </a:extLst>
          </p:cNvPr>
          <p:cNvSpPr txBox="1"/>
          <p:nvPr/>
        </p:nvSpPr>
        <p:spPr>
          <a:xfrm>
            <a:off x="2953063" y="4208883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5EA57BF-902F-4C85-8166-9B8FE718C813}"/>
              </a:ext>
            </a:extLst>
          </p:cNvPr>
          <p:cNvSpPr txBox="1"/>
          <p:nvPr/>
        </p:nvSpPr>
        <p:spPr>
          <a:xfrm>
            <a:off x="4626068" y="3497669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F9C4B80-06BF-47A4-8C01-4823E719BC32}"/>
              </a:ext>
            </a:extLst>
          </p:cNvPr>
          <p:cNvSpPr txBox="1"/>
          <p:nvPr/>
        </p:nvSpPr>
        <p:spPr>
          <a:xfrm>
            <a:off x="4626068" y="3858487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51C79CE-565C-4CF8-A82E-9AB6F18BDCC8}"/>
              </a:ext>
            </a:extLst>
          </p:cNvPr>
          <p:cNvSpPr txBox="1"/>
          <p:nvPr/>
        </p:nvSpPr>
        <p:spPr>
          <a:xfrm>
            <a:off x="4626068" y="4210583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93FC3FF-E4A0-4EDF-A305-76DD30AE5D3C}"/>
              </a:ext>
            </a:extLst>
          </p:cNvPr>
          <p:cNvSpPr txBox="1"/>
          <p:nvPr/>
        </p:nvSpPr>
        <p:spPr>
          <a:xfrm>
            <a:off x="6186851" y="3505114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c[1]=[2,2]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76F23554-1916-407E-BDC6-DB0EB9F6E796}"/>
              </a:ext>
            </a:extLst>
          </p:cNvPr>
          <p:cNvSpPr txBox="1"/>
          <p:nvPr/>
        </p:nvSpPr>
        <p:spPr>
          <a:xfrm>
            <a:off x="6186851" y="3857210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c[2]=[2,2]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9E4279B-4E42-4A65-BCD3-69966CB12BF5}"/>
              </a:ext>
            </a:extLst>
          </p:cNvPr>
          <p:cNvSpPr txBox="1"/>
          <p:nvPr/>
        </p:nvSpPr>
        <p:spPr>
          <a:xfrm>
            <a:off x="6186232" y="4217032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c[3]=[2,2]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C9C17D-FC65-430C-A37E-BDD13E2BA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2785" y="4583862"/>
            <a:ext cx="2715328" cy="2224679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6DA58E3D-497F-4220-B4C2-BCC97AB384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1520" y="4583862"/>
            <a:ext cx="3377095" cy="227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77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0F99414-30BB-4DBD-AE6F-2DB95EAE438C}"/>
              </a:ext>
            </a:extLst>
          </p:cNvPr>
          <p:cNvSpPr/>
          <p:nvPr/>
        </p:nvSpPr>
        <p:spPr>
          <a:xfrm>
            <a:off x="1956087" y="2100258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09801968-6CDD-4B01-94A3-1A13BD2D09F7}"/>
              </a:ext>
            </a:extLst>
          </p:cNvPr>
          <p:cNvSpPr/>
          <p:nvPr/>
        </p:nvSpPr>
        <p:spPr>
          <a:xfrm>
            <a:off x="1956087" y="2957063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CBE1ED6-3DC7-4C0D-928D-241B470DD150}"/>
              </a:ext>
            </a:extLst>
          </p:cNvPr>
          <p:cNvSpPr/>
          <p:nvPr/>
        </p:nvSpPr>
        <p:spPr>
          <a:xfrm>
            <a:off x="3609268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7618D25-925F-4A34-90EC-7C05E510B46C}"/>
              </a:ext>
            </a:extLst>
          </p:cNvPr>
          <p:cNvSpPr/>
          <p:nvPr/>
        </p:nvSpPr>
        <p:spPr>
          <a:xfrm>
            <a:off x="3609268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5F80348-2074-4AA0-93F8-EA5080074A83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2369495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EA2F6D3-8D15-4EB9-A5BD-18615E6D5956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2369495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C77F5A9-139C-47B2-A6A7-CCCE0BD9520C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2369495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8C45C55-137E-427D-963F-57548F2336B7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2369495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E8927384-E827-4882-9346-238789948765}"/>
              </a:ext>
            </a:extLst>
          </p:cNvPr>
          <p:cNvSpPr/>
          <p:nvPr/>
        </p:nvSpPr>
        <p:spPr>
          <a:xfrm>
            <a:off x="2418816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5469CB2-B79E-40BA-9BEB-230BCEED65DF}"/>
              </a:ext>
            </a:extLst>
          </p:cNvPr>
          <p:cNvSpPr/>
          <p:nvPr/>
        </p:nvSpPr>
        <p:spPr>
          <a:xfrm>
            <a:off x="5082991" y="209901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6BBD3E1-0C76-4C90-9F88-EEE3C3F164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307" y="2119606"/>
            <a:ext cx="355124" cy="366565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9DAE4480-86A7-4527-8989-687DE9EA80F0}"/>
              </a:ext>
            </a:extLst>
          </p:cNvPr>
          <p:cNvSpPr/>
          <p:nvPr/>
        </p:nvSpPr>
        <p:spPr>
          <a:xfrm>
            <a:off x="5082991" y="295988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A1D5E8F-5181-4CC1-9D05-DB7D15BC7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307" y="2980481"/>
            <a:ext cx="355124" cy="36656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BA655F0-BC23-45B7-854C-329EDF611ABD}"/>
              </a:ext>
            </a:extLst>
          </p:cNvPr>
          <p:cNvSpPr/>
          <p:nvPr/>
        </p:nvSpPr>
        <p:spPr>
          <a:xfrm>
            <a:off x="4005759" y="224226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3F28168-DF66-4DC8-988E-C3BD54DB7531}"/>
              </a:ext>
            </a:extLst>
          </p:cNvPr>
          <p:cNvCxnSpPr>
            <a:stCxn id="6" idx="6"/>
            <a:endCxn id="13" idx="2"/>
          </p:cNvCxnSpPr>
          <p:nvPr/>
        </p:nvCxnSpPr>
        <p:spPr>
          <a:xfrm flipV="1">
            <a:off x="4017024" y="230288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76D288B-CE07-43B8-841B-8CCFC8FFE55A}"/>
              </a:ext>
            </a:extLst>
          </p:cNvPr>
          <p:cNvCxnSpPr>
            <a:cxnSpLocks/>
            <a:stCxn id="7" idx="6"/>
            <a:endCxn id="15" idx="2"/>
          </p:cNvCxnSpPr>
          <p:nvPr/>
        </p:nvCxnSpPr>
        <p:spPr>
          <a:xfrm flipV="1">
            <a:off x="4017024" y="316376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1D3B641-7606-4424-AD79-647A1ED21052}"/>
              </a:ext>
            </a:extLst>
          </p:cNvPr>
          <p:cNvSpPr txBox="1"/>
          <p:nvPr/>
        </p:nvSpPr>
        <p:spPr>
          <a:xfrm>
            <a:off x="2582785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59CDB1-59F2-4075-B6E5-8626D802B1BD}"/>
              </a:ext>
            </a:extLst>
          </p:cNvPr>
          <p:cNvSpPr txBox="1"/>
          <p:nvPr/>
        </p:nvSpPr>
        <p:spPr>
          <a:xfrm>
            <a:off x="4224890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4B7EEE5-6701-4F1F-B675-2EC33F70F8F5}"/>
              </a:ext>
            </a:extLst>
          </p:cNvPr>
          <p:cNvSpPr txBox="1"/>
          <p:nvPr/>
        </p:nvSpPr>
        <p:spPr>
          <a:xfrm>
            <a:off x="4313767" y="226604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4BCAE2-3725-4D60-B5F6-E981D63BA708}"/>
              </a:ext>
            </a:extLst>
          </p:cNvPr>
          <p:cNvSpPr txBox="1"/>
          <p:nvPr/>
        </p:nvSpPr>
        <p:spPr>
          <a:xfrm>
            <a:off x="4314304" y="279914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31B906E-8DB5-4A9E-9D55-AF39BC9B8CDE}"/>
              </a:ext>
            </a:extLst>
          </p:cNvPr>
          <p:cNvSpPr/>
          <p:nvPr/>
        </p:nvSpPr>
        <p:spPr>
          <a:xfrm>
            <a:off x="6733832" y="2103082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B7872E6-90EB-493B-A311-9B96B032F041}"/>
              </a:ext>
            </a:extLst>
          </p:cNvPr>
          <p:cNvSpPr/>
          <p:nvPr/>
        </p:nvSpPr>
        <p:spPr>
          <a:xfrm>
            <a:off x="6733832" y="2963957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41A4F7C-BD5B-40CC-936B-C1BEAFCC584B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494059" y="2306959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A7AB2CD-1ADA-4599-8AD2-57E2D157978D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494059" y="2306957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1EE8703-599F-4B2B-8980-366F7439B0BA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494059" y="2306957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178B546-08C6-4DF4-8323-6E116DDA7167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494059" y="3163764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7A09AAFE-DFE8-4BAE-A18A-9EC159CFABF3}"/>
              </a:ext>
            </a:extLst>
          </p:cNvPr>
          <p:cNvSpPr/>
          <p:nvPr/>
        </p:nvSpPr>
        <p:spPr>
          <a:xfrm>
            <a:off x="5543380" y="2226010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D3E1F5B-304A-417D-8C4D-C34D79746082}"/>
              </a:ext>
            </a:extLst>
          </p:cNvPr>
          <p:cNvSpPr txBox="1"/>
          <p:nvPr/>
        </p:nvSpPr>
        <p:spPr>
          <a:xfrm>
            <a:off x="5707349" y="174601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0302CE5-ECEF-4387-95ED-886E2A198DC0}"/>
              </a:ext>
            </a:extLst>
          </p:cNvPr>
          <p:cNvSpPr/>
          <p:nvPr/>
        </p:nvSpPr>
        <p:spPr>
          <a:xfrm>
            <a:off x="8219273" y="207842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8B7E73A9-9786-40B4-B4A8-7C5E02FD20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5589" y="2099013"/>
            <a:ext cx="355124" cy="366565"/>
          </a:xfrm>
          <a:prstGeom prst="rect">
            <a:avLst/>
          </a:prstGeom>
        </p:spPr>
      </p:pic>
      <p:sp>
        <p:nvSpPr>
          <p:cNvPr id="36" name="椭圆 35">
            <a:extLst>
              <a:ext uri="{FF2B5EF4-FFF2-40B4-BE49-F238E27FC236}">
                <a16:creationId xmlns:a16="http://schemas.microsoft.com/office/drawing/2014/main" id="{76871926-9265-4E49-B67D-2F6B474C09E9}"/>
              </a:ext>
            </a:extLst>
          </p:cNvPr>
          <p:cNvSpPr/>
          <p:nvPr/>
        </p:nvSpPr>
        <p:spPr>
          <a:xfrm>
            <a:off x="8219273" y="293929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339AAA10-D4CA-4D2C-B602-7065D35CF3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45589" y="2959888"/>
            <a:ext cx="355124" cy="366565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06A41346-C77B-45AF-AD18-3D8F59C313DF}"/>
              </a:ext>
            </a:extLst>
          </p:cNvPr>
          <p:cNvSpPr/>
          <p:nvPr/>
        </p:nvSpPr>
        <p:spPr>
          <a:xfrm>
            <a:off x="7142041" y="2221667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2063A30-5105-4A35-A592-53319299DC77}"/>
              </a:ext>
            </a:extLst>
          </p:cNvPr>
          <p:cNvCxnSpPr>
            <a:endCxn id="34" idx="2"/>
          </p:cNvCxnSpPr>
          <p:nvPr/>
        </p:nvCxnSpPr>
        <p:spPr>
          <a:xfrm flipV="1">
            <a:off x="7153306" y="2282295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73DB78C-B3D6-4111-AA20-940AF457D007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7153306" y="3143170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9E5EB368-AB59-4F67-8063-B8AB4552FB0E}"/>
              </a:ext>
            </a:extLst>
          </p:cNvPr>
          <p:cNvSpPr txBox="1"/>
          <p:nvPr/>
        </p:nvSpPr>
        <p:spPr>
          <a:xfrm>
            <a:off x="7361172" y="1725420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0F2B884-5D08-49FD-B4ED-69B9C81683F1}"/>
              </a:ext>
            </a:extLst>
          </p:cNvPr>
          <p:cNvSpPr txBox="1"/>
          <p:nvPr/>
        </p:nvSpPr>
        <p:spPr>
          <a:xfrm>
            <a:off x="7450049" y="2245455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1BFB8D-49EC-4AB7-A519-7D6C3B43E1ED}"/>
              </a:ext>
            </a:extLst>
          </p:cNvPr>
          <p:cNvSpPr txBox="1"/>
          <p:nvPr/>
        </p:nvSpPr>
        <p:spPr>
          <a:xfrm>
            <a:off x="7450586" y="277855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03E8B84-54CA-444E-9913-2094468BB2BF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8627029" y="2282295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4CF7E40E-04B2-4693-A274-F7DC571A5D9E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8627029" y="3143170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41A6D7A-4E78-492F-B8EF-1A33B4C2B601}"/>
              </a:ext>
            </a:extLst>
          </p:cNvPr>
          <p:cNvSpPr txBox="1"/>
          <p:nvPr/>
        </p:nvSpPr>
        <p:spPr>
          <a:xfrm>
            <a:off x="9052395" y="203448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9BB6570-0ED3-49EF-B9F5-3390D15270A4}"/>
              </a:ext>
            </a:extLst>
          </p:cNvPr>
          <p:cNvSpPr txBox="1"/>
          <p:nvPr/>
        </p:nvSpPr>
        <p:spPr>
          <a:xfrm>
            <a:off x="9052394" y="2889550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420D800-E60C-4A53-B172-663667E3D7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5181" y="2119605"/>
            <a:ext cx="355124" cy="36656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3108692A-5A73-4BBF-BF7D-CE766412E9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88569" y="2977854"/>
            <a:ext cx="355124" cy="366565"/>
          </a:xfrm>
          <a:prstGeom prst="rect">
            <a:avLst/>
          </a:prstGeom>
        </p:spPr>
      </p:pic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73D4250-4D3A-4607-B6D7-405E072D0686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1450415" y="2306959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D54854BC-74AE-4D0D-AD47-F2D9F2E3E6A5}"/>
              </a:ext>
            </a:extLst>
          </p:cNvPr>
          <p:cNvCxnSpPr>
            <a:cxnSpLocks/>
            <a:endCxn id="49" idx="3"/>
          </p:cNvCxnSpPr>
          <p:nvPr/>
        </p:nvCxnSpPr>
        <p:spPr>
          <a:xfrm>
            <a:off x="1470765" y="3156779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0BDB43E1-C4E0-48B5-944A-8FEC084FE67F}"/>
              </a:ext>
            </a:extLst>
          </p:cNvPr>
          <p:cNvSpPr/>
          <p:nvPr/>
        </p:nvSpPr>
        <p:spPr>
          <a:xfrm>
            <a:off x="384448" y="2034480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D1C3B52-9414-4938-AA0A-977795F7BA40}"/>
              </a:ext>
            </a:extLst>
          </p:cNvPr>
          <p:cNvSpPr txBox="1"/>
          <p:nvPr/>
        </p:nvSpPr>
        <p:spPr>
          <a:xfrm>
            <a:off x="194735" y="1167580"/>
            <a:ext cx="8393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方法</a:t>
            </a:r>
            <a:r>
              <a:rPr lang="en-US" altLang="zh-CN" sz="2000" dirty="0"/>
              <a:t>2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逐层传播</a:t>
            </a:r>
            <a:r>
              <a:rPr lang="zh-CN" altLang="en-US" sz="2000" dirty="0"/>
              <a:t>，先算完整层时间序列，再交给下一层：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DD00C21-04EB-4D7D-9063-47774279C147}"/>
              </a:ext>
            </a:extLst>
          </p:cNvPr>
          <p:cNvSpPr txBox="1"/>
          <p:nvPr/>
        </p:nvSpPr>
        <p:spPr>
          <a:xfrm>
            <a:off x="855591" y="3481928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CCBCB11-ECEC-4A22-8976-4F43E6AF3847}"/>
              </a:ext>
            </a:extLst>
          </p:cNvPr>
          <p:cNvSpPr txBox="1"/>
          <p:nvPr/>
        </p:nvSpPr>
        <p:spPr>
          <a:xfrm>
            <a:off x="855591" y="3839671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input[2]=[1,0]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40B7696-409E-42FF-B610-DCB0DBD82992}"/>
              </a:ext>
            </a:extLst>
          </p:cNvPr>
          <p:cNvSpPr txBox="1"/>
          <p:nvPr/>
        </p:nvSpPr>
        <p:spPr>
          <a:xfrm>
            <a:off x="855591" y="4207303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input[3]=[0,1]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623590D-3F96-4CE8-A93A-F1EECB06DE80}"/>
              </a:ext>
            </a:extLst>
          </p:cNvPr>
          <p:cNvSpPr txBox="1"/>
          <p:nvPr/>
        </p:nvSpPr>
        <p:spPr>
          <a:xfrm>
            <a:off x="2953065" y="3497669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[2,2]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262650F-9537-4F89-87D9-71B9ECE497F5}"/>
              </a:ext>
            </a:extLst>
          </p:cNvPr>
          <p:cNvSpPr txBox="1"/>
          <p:nvPr/>
        </p:nvSpPr>
        <p:spPr>
          <a:xfrm>
            <a:off x="2953064" y="3849681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106C1FD-49CD-4475-B393-D038310AEB88}"/>
              </a:ext>
            </a:extLst>
          </p:cNvPr>
          <p:cNvSpPr txBox="1"/>
          <p:nvPr/>
        </p:nvSpPr>
        <p:spPr>
          <a:xfrm>
            <a:off x="2953063" y="4208883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5EA57BF-902F-4C85-8166-9B8FE718C813}"/>
              </a:ext>
            </a:extLst>
          </p:cNvPr>
          <p:cNvSpPr txBox="1"/>
          <p:nvPr/>
        </p:nvSpPr>
        <p:spPr>
          <a:xfrm>
            <a:off x="4626068" y="3497669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F9C4B80-06BF-47A4-8C01-4823E719BC32}"/>
              </a:ext>
            </a:extLst>
          </p:cNvPr>
          <p:cNvSpPr txBox="1"/>
          <p:nvPr/>
        </p:nvSpPr>
        <p:spPr>
          <a:xfrm>
            <a:off x="4626068" y="3858487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51C79CE-565C-4CF8-A82E-9AB6F18BDCC8}"/>
              </a:ext>
            </a:extLst>
          </p:cNvPr>
          <p:cNvSpPr txBox="1"/>
          <p:nvPr/>
        </p:nvSpPr>
        <p:spPr>
          <a:xfrm>
            <a:off x="4626068" y="4210583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93FC3FF-E4A0-4EDF-A305-76DD30AE5D3C}"/>
              </a:ext>
            </a:extLst>
          </p:cNvPr>
          <p:cNvSpPr txBox="1"/>
          <p:nvPr/>
        </p:nvSpPr>
        <p:spPr>
          <a:xfrm>
            <a:off x="6186851" y="3505114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c[1]=[2,2]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76F23554-1916-407E-BDC6-DB0EB9F6E796}"/>
              </a:ext>
            </a:extLst>
          </p:cNvPr>
          <p:cNvSpPr txBox="1"/>
          <p:nvPr/>
        </p:nvSpPr>
        <p:spPr>
          <a:xfrm>
            <a:off x="6186851" y="3857210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c[2]=[2,2]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9E4279B-4E42-4A65-BCD3-69966CB12BF5}"/>
              </a:ext>
            </a:extLst>
          </p:cNvPr>
          <p:cNvSpPr txBox="1"/>
          <p:nvPr/>
        </p:nvSpPr>
        <p:spPr>
          <a:xfrm>
            <a:off x="6186232" y="4217032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c[3]=[2,2]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A4565E8-0A98-4A89-9E3C-C1A001F7BC79}"/>
              </a:ext>
            </a:extLst>
          </p:cNvPr>
          <p:cNvSpPr txBox="1"/>
          <p:nvPr/>
        </p:nvSpPr>
        <p:spPr>
          <a:xfrm>
            <a:off x="7766608" y="3485982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34256F0-FF17-43D5-965E-229372F4D52F}"/>
              </a:ext>
            </a:extLst>
          </p:cNvPr>
          <p:cNvSpPr txBox="1"/>
          <p:nvPr/>
        </p:nvSpPr>
        <p:spPr>
          <a:xfrm>
            <a:off x="7768339" y="3845188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0FE44663-20BF-4055-B600-5257ECA38EF9}"/>
              </a:ext>
            </a:extLst>
          </p:cNvPr>
          <p:cNvSpPr txBox="1"/>
          <p:nvPr/>
        </p:nvSpPr>
        <p:spPr>
          <a:xfrm>
            <a:off x="7773663" y="4204394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7BB4B84-DAC4-4C0E-B614-3EA6B6EBB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8816" y="4687983"/>
            <a:ext cx="5160600" cy="201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44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5C17FF9-40B0-4AD6-817B-6964B6009CC8}"/>
              </a:ext>
            </a:extLst>
          </p:cNvPr>
          <p:cNvSpPr/>
          <p:nvPr/>
        </p:nvSpPr>
        <p:spPr>
          <a:xfrm>
            <a:off x="1791830" y="1389186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6477707-6C13-42D6-B76B-14FE0DC2FBB5}"/>
              </a:ext>
            </a:extLst>
          </p:cNvPr>
          <p:cNvSpPr/>
          <p:nvPr/>
        </p:nvSpPr>
        <p:spPr>
          <a:xfrm>
            <a:off x="1791830" y="2245991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A8DEC79-F3E2-4AC4-AE2A-702E822F5BB8}"/>
              </a:ext>
            </a:extLst>
          </p:cNvPr>
          <p:cNvSpPr/>
          <p:nvPr/>
        </p:nvSpPr>
        <p:spPr>
          <a:xfrm>
            <a:off x="3445011" y="139201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C9B92B4-C317-410E-92D9-D578A32231CD}"/>
              </a:ext>
            </a:extLst>
          </p:cNvPr>
          <p:cNvSpPr/>
          <p:nvPr/>
        </p:nvSpPr>
        <p:spPr>
          <a:xfrm>
            <a:off x="3445011" y="225288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2B30ADA-2335-472C-AA1F-798479E3CEF0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2205238" y="1595887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484CDFA-D80F-430F-9EF8-5810CD3F974C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2205238" y="1595885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2BA3560-2F74-48D8-80D2-60F418FBF326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2205238" y="1595885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BBD3F38-E8E4-419C-9D63-A79DD9644904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2205238" y="2452692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A16B31A4-EB1C-4CAA-8A9C-DC9B603C2727}"/>
              </a:ext>
            </a:extLst>
          </p:cNvPr>
          <p:cNvSpPr/>
          <p:nvPr/>
        </p:nvSpPr>
        <p:spPr>
          <a:xfrm>
            <a:off x="2254559" y="1514938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30164FF-1F03-4162-B34B-E1661913FEFF}"/>
              </a:ext>
            </a:extLst>
          </p:cNvPr>
          <p:cNvSpPr/>
          <p:nvPr/>
        </p:nvSpPr>
        <p:spPr>
          <a:xfrm>
            <a:off x="4918734" y="1387941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35D9991-21D5-4178-8544-62B2103638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45050" y="1408534"/>
            <a:ext cx="355124" cy="366565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777ECFC5-6DC9-4C21-8080-DDA70796C9D8}"/>
              </a:ext>
            </a:extLst>
          </p:cNvPr>
          <p:cNvSpPr/>
          <p:nvPr/>
        </p:nvSpPr>
        <p:spPr>
          <a:xfrm>
            <a:off x="4918734" y="2248816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D8E4479-4B73-440B-A46A-2BFFD3FADD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45050" y="2269409"/>
            <a:ext cx="355124" cy="36656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8B03293C-BDD1-4111-94F7-924B86F4AD57}"/>
              </a:ext>
            </a:extLst>
          </p:cNvPr>
          <p:cNvSpPr/>
          <p:nvPr/>
        </p:nvSpPr>
        <p:spPr>
          <a:xfrm>
            <a:off x="3841502" y="1531188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3CCC182-621F-41B9-816E-8B9A0EB8C938}"/>
              </a:ext>
            </a:extLst>
          </p:cNvPr>
          <p:cNvCxnSpPr>
            <a:stCxn id="6" idx="6"/>
            <a:endCxn id="13" idx="2"/>
          </p:cNvCxnSpPr>
          <p:nvPr/>
        </p:nvCxnSpPr>
        <p:spPr>
          <a:xfrm flipV="1">
            <a:off x="3852767" y="1591816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C671FD8-95E6-4333-9F1A-166050AACE76}"/>
              </a:ext>
            </a:extLst>
          </p:cNvPr>
          <p:cNvCxnSpPr>
            <a:cxnSpLocks/>
            <a:stCxn id="7" idx="6"/>
            <a:endCxn id="15" idx="2"/>
          </p:cNvCxnSpPr>
          <p:nvPr/>
        </p:nvCxnSpPr>
        <p:spPr>
          <a:xfrm flipV="1">
            <a:off x="3852767" y="2452691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26A78DA-E40E-49FC-8BE8-22312299A291}"/>
              </a:ext>
            </a:extLst>
          </p:cNvPr>
          <p:cNvSpPr txBox="1"/>
          <p:nvPr/>
        </p:nvSpPr>
        <p:spPr>
          <a:xfrm>
            <a:off x="2418528" y="1034941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5B3B93-E7D2-4451-843A-081CDA8D7B92}"/>
              </a:ext>
            </a:extLst>
          </p:cNvPr>
          <p:cNvSpPr txBox="1"/>
          <p:nvPr/>
        </p:nvSpPr>
        <p:spPr>
          <a:xfrm>
            <a:off x="4060633" y="1034941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286B829-9628-4B63-8FC4-519335F1DA62}"/>
              </a:ext>
            </a:extLst>
          </p:cNvPr>
          <p:cNvSpPr txBox="1"/>
          <p:nvPr/>
        </p:nvSpPr>
        <p:spPr>
          <a:xfrm>
            <a:off x="4149510" y="155497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19B30E8-C502-480C-9A0B-93198CDE8477}"/>
              </a:ext>
            </a:extLst>
          </p:cNvPr>
          <p:cNvSpPr txBox="1"/>
          <p:nvPr/>
        </p:nvSpPr>
        <p:spPr>
          <a:xfrm>
            <a:off x="4150047" y="2088074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54FB7952-D773-4270-962B-569126A973D2}"/>
              </a:ext>
            </a:extLst>
          </p:cNvPr>
          <p:cNvSpPr/>
          <p:nvPr/>
        </p:nvSpPr>
        <p:spPr>
          <a:xfrm>
            <a:off x="6569575" y="139201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9CBDF30-3F5A-41CB-A33F-A56F5CB1B1C6}"/>
              </a:ext>
            </a:extLst>
          </p:cNvPr>
          <p:cNvSpPr/>
          <p:nvPr/>
        </p:nvSpPr>
        <p:spPr>
          <a:xfrm>
            <a:off x="6569575" y="225288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B5066F0-1C02-45E4-96A9-37C216161F64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329802" y="1595887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C70A957-5ACA-48CA-8BF8-42B332286D55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329802" y="1595885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5E74B14-303F-427C-8018-265DCD2186AC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5329802" y="1595885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3936239-1CBC-4A16-B02A-25B3805AB4BF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329802" y="2452692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D41D3368-33A9-4ED1-A74A-1660A4AEFE1A}"/>
              </a:ext>
            </a:extLst>
          </p:cNvPr>
          <p:cNvSpPr/>
          <p:nvPr/>
        </p:nvSpPr>
        <p:spPr>
          <a:xfrm>
            <a:off x="5379123" y="1514938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5CC51B5-E6F7-4A2D-994E-73AAD3C637AB}"/>
              </a:ext>
            </a:extLst>
          </p:cNvPr>
          <p:cNvSpPr txBox="1"/>
          <p:nvPr/>
        </p:nvSpPr>
        <p:spPr>
          <a:xfrm>
            <a:off x="5543092" y="1034941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D715E1DF-BBFE-43CA-ACFB-994C8D9A6079}"/>
              </a:ext>
            </a:extLst>
          </p:cNvPr>
          <p:cNvSpPr/>
          <p:nvPr/>
        </p:nvSpPr>
        <p:spPr>
          <a:xfrm>
            <a:off x="8055016" y="136734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E4538FF6-9653-4C74-876C-A4F6B24A8E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81332" y="1387941"/>
            <a:ext cx="355124" cy="366565"/>
          </a:xfrm>
          <a:prstGeom prst="rect">
            <a:avLst/>
          </a:prstGeom>
        </p:spPr>
      </p:pic>
      <p:sp>
        <p:nvSpPr>
          <p:cNvPr id="36" name="椭圆 35">
            <a:extLst>
              <a:ext uri="{FF2B5EF4-FFF2-40B4-BE49-F238E27FC236}">
                <a16:creationId xmlns:a16="http://schemas.microsoft.com/office/drawing/2014/main" id="{D1EDDEB7-6B54-4580-AB3C-58E0845DF3C9}"/>
              </a:ext>
            </a:extLst>
          </p:cNvPr>
          <p:cNvSpPr/>
          <p:nvPr/>
        </p:nvSpPr>
        <p:spPr>
          <a:xfrm>
            <a:off x="8055016" y="222822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3F2939A0-8FC0-4A2E-9D9D-FDCB26F34D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81332" y="2248816"/>
            <a:ext cx="355124" cy="366565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04D32B03-1D36-4A07-AA75-11158798C099}"/>
              </a:ext>
            </a:extLst>
          </p:cNvPr>
          <p:cNvSpPr/>
          <p:nvPr/>
        </p:nvSpPr>
        <p:spPr>
          <a:xfrm>
            <a:off x="6977784" y="1510595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09AC504-7EC1-45A0-896A-E8546D6CCF8B}"/>
              </a:ext>
            </a:extLst>
          </p:cNvPr>
          <p:cNvCxnSpPr>
            <a:endCxn id="34" idx="2"/>
          </p:cNvCxnSpPr>
          <p:nvPr/>
        </p:nvCxnSpPr>
        <p:spPr>
          <a:xfrm flipV="1">
            <a:off x="6989049" y="157122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E7BC906-4096-444A-B2D1-EA16E0F11F60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6989049" y="243209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E884823B-1AC0-4E76-A9A8-5C6FE13BC173}"/>
              </a:ext>
            </a:extLst>
          </p:cNvPr>
          <p:cNvSpPr txBox="1"/>
          <p:nvPr/>
        </p:nvSpPr>
        <p:spPr>
          <a:xfrm>
            <a:off x="7196915" y="101434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FC073CD-5A89-414F-8C24-379F0BF326E7}"/>
              </a:ext>
            </a:extLst>
          </p:cNvPr>
          <p:cNvSpPr txBox="1"/>
          <p:nvPr/>
        </p:nvSpPr>
        <p:spPr>
          <a:xfrm>
            <a:off x="7285792" y="1534383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6A83858-D705-4F5F-BB82-7B1155208B99}"/>
              </a:ext>
            </a:extLst>
          </p:cNvPr>
          <p:cNvSpPr txBox="1"/>
          <p:nvPr/>
        </p:nvSpPr>
        <p:spPr>
          <a:xfrm>
            <a:off x="7286329" y="2067481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D738BD0-3354-41F4-9909-9D79DD9A1990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8462772" y="1571223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B1E2DC4F-C541-4A0A-BB1D-4E7FC3C7D21A}"/>
              </a:ext>
            </a:extLst>
          </p:cNvPr>
          <p:cNvCxnSpPr>
            <a:cxnSpLocks/>
            <a:stCxn id="36" idx="6"/>
          </p:cNvCxnSpPr>
          <p:nvPr/>
        </p:nvCxnSpPr>
        <p:spPr>
          <a:xfrm>
            <a:off x="8462772" y="2432098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1E98E406-9C30-495B-BF3E-A71484FC0820}"/>
              </a:ext>
            </a:extLst>
          </p:cNvPr>
          <p:cNvSpPr txBox="1"/>
          <p:nvPr/>
        </p:nvSpPr>
        <p:spPr>
          <a:xfrm>
            <a:off x="8888138" y="1323408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0662592-EF77-4B4D-88B7-E8377D149953}"/>
              </a:ext>
            </a:extLst>
          </p:cNvPr>
          <p:cNvSpPr txBox="1"/>
          <p:nvPr/>
        </p:nvSpPr>
        <p:spPr>
          <a:xfrm>
            <a:off x="8888137" y="2178478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E2914B89-9DE9-4966-9A46-9784464073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20924" y="1408533"/>
            <a:ext cx="355124" cy="366565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D83DCC9C-E869-4E2D-9A49-C973B03753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24312" y="2266782"/>
            <a:ext cx="355124" cy="366565"/>
          </a:xfrm>
          <a:prstGeom prst="rect">
            <a:avLst/>
          </a:prstGeom>
        </p:spPr>
      </p:pic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9FD4E87-3EBA-42D4-945B-C11A52558067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1286158" y="1595887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80D7345F-CADE-4683-A6F0-9245B0126F70}"/>
              </a:ext>
            </a:extLst>
          </p:cNvPr>
          <p:cNvCxnSpPr>
            <a:cxnSpLocks/>
            <a:endCxn id="49" idx="3"/>
          </p:cNvCxnSpPr>
          <p:nvPr/>
        </p:nvCxnSpPr>
        <p:spPr>
          <a:xfrm>
            <a:off x="1306508" y="2445707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1973EE0F-FE6C-4034-8BF3-4203DD33D2EF}"/>
              </a:ext>
            </a:extLst>
          </p:cNvPr>
          <p:cNvSpPr/>
          <p:nvPr/>
        </p:nvSpPr>
        <p:spPr>
          <a:xfrm>
            <a:off x="220191" y="1323408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493A691-B3AF-45EC-A109-C23448CD73AC}"/>
              </a:ext>
            </a:extLst>
          </p:cNvPr>
          <p:cNvSpPr txBox="1"/>
          <p:nvPr/>
        </p:nvSpPr>
        <p:spPr>
          <a:xfrm>
            <a:off x="691334" y="2770856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7D6543F-F54C-4189-853A-9C7C35984E73}"/>
              </a:ext>
            </a:extLst>
          </p:cNvPr>
          <p:cNvSpPr txBox="1"/>
          <p:nvPr/>
        </p:nvSpPr>
        <p:spPr>
          <a:xfrm>
            <a:off x="691334" y="3128599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input[2]=[1,0]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E5C571A-5565-4E9F-AEB3-884EE4195D27}"/>
              </a:ext>
            </a:extLst>
          </p:cNvPr>
          <p:cNvSpPr txBox="1"/>
          <p:nvPr/>
        </p:nvSpPr>
        <p:spPr>
          <a:xfrm>
            <a:off x="691334" y="3496231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input[3]=[0,1]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CA49F6D-61DD-4227-8653-D3C99E9597F1}"/>
              </a:ext>
            </a:extLst>
          </p:cNvPr>
          <p:cNvSpPr txBox="1"/>
          <p:nvPr/>
        </p:nvSpPr>
        <p:spPr>
          <a:xfrm>
            <a:off x="2788808" y="2786597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[2,2]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ACA04DA-4826-402A-8138-D934827F051A}"/>
              </a:ext>
            </a:extLst>
          </p:cNvPr>
          <p:cNvSpPr txBox="1"/>
          <p:nvPr/>
        </p:nvSpPr>
        <p:spPr>
          <a:xfrm>
            <a:off x="2788807" y="3138609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9809A42F-D87F-45CA-88A8-0A1060F6C7F4}"/>
              </a:ext>
            </a:extLst>
          </p:cNvPr>
          <p:cNvSpPr txBox="1"/>
          <p:nvPr/>
        </p:nvSpPr>
        <p:spPr>
          <a:xfrm>
            <a:off x="2788806" y="3497811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7A2C8D9-4AF8-4D48-ADEB-F013157C9AB1}"/>
              </a:ext>
            </a:extLst>
          </p:cNvPr>
          <p:cNvSpPr txBox="1"/>
          <p:nvPr/>
        </p:nvSpPr>
        <p:spPr>
          <a:xfrm>
            <a:off x="4461811" y="2786597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106835F-F1F4-4B38-8791-748D2FB6484D}"/>
              </a:ext>
            </a:extLst>
          </p:cNvPr>
          <p:cNvSpPr txBox="1"/>
          <p:nvPr/>
        </p:nvSpPr>
        <p:spPr>
          <a:xfrm>
            <a:off x="4461811" y="3147415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7F0C3CC-FD80-48CE-AA8C-FC6090E8BA12}"/>
              </a:ext>
            </a:extLst>
          </p:cNvPr>
          <p:cNvSpPr txBox="1"/>
          <p:nvPr/>
        </p:nvSpPr>
        <p:spPr>
          <a:xfrm>
            <a:off x="4461811" y="3499511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756F9C4-5EB5-4EFA-B7F3-BF8DF40067D7}"/>
              </a:ext>
            </a:extLst>
          </p:cNvPr>
          <p:cNvSpPr txBox="1"/>
          <p:nvPr/>
        </p:nvSpPr>
        <p:spPr>
          <a:xfrm>
            <a:off x="6022594" y="2794042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c[1]=[2,2]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C6761AF-13E0-4A5F-A1EA-8ADBCA94FD8A}"/>
              </a:ext>
            </a:extLst>
          </p:cNvPr>
          <p:cNvSpPr txBox="1"/>
          <p:nvPr/>
        </p:nvSpPr>
        <p:spPr>
          <a:xfrm>
            <a:off x="6022594" y="3146138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c[2]=[2,2]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7A78A36-CFC0-4CCE-8E49-68809E4CD874}"/>
              </a:ext>
            </a:extLst>
          </p:cNvPr>
          <p:cNvSpPr txBox="1"/>
          <p:nvPr/>
        </p:nvSpPr>
        <p:spPr>
          <a:xfrm>
            <a:off x="6021975" y="3505960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c[3]=[2,2]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EC48C0A-483A-4226-9852-4A246A645C27}"/>
              </a:ext>
            </a:extLst>
          </p:cNvPr>
          <p:cNvSpPr txBox="1"/>
          <p:nvPr/>
        </p:nvSpPr>
        <p:spPr>
          <a:xfrm>
            <a:off x="7602351" y="2774910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F52021D-90B6-4869-B779-B5A7169EB356}"/>
              </a:ext>
            </a:extLst>
          </p:cNvPr>
          <p:cNvSpPr txBox="1"/>
          <p:nvPr/>
        </p:nvSpPr>
        <p:spPr>
          <a:xfrm>
            <a:off x="7604082" y="3134116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9087BAD1-6417-42E6-804D-63C52A26D01B}"/>
              </a:ext>
            </a:extLst>
          </p:cNvPr>
          <p:cNvSpPr txBox="1"/>
          <p:nvPr/>
        </p:nvSpPr>
        <p:spPr>
          <a:xfrm>
            <a:off x="7609406" y="3493322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2A2852D9-3C2A-4C53-9ADC-739CFBCDC611}"/>
              </a:ext>
            </a:extLst>
          </p:cNvPr>
          <p:cNvSpPr/>
          <p:nvPr/>
        </p:nvSpPr>
        <p:spPr>
          <a:xfrm>
            <a:off x="1784775" y="4336261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02983D5A-DED6-4336-8065-4BF95404426D}"/>
              </a:ext>
            </a:extLst>
          </p:cNvPr>
          <p:cNvSpPr/>
          <p:nvPr/>
        </p:nvSpPr>
        <p:spPr>
          <a:xfrm>
            <a:off x="1784775" y="5193066"/>
            <a:ext cx="413408" cy="413402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D9141FAD-D9AF-4157-8D56-4D3BB5E8DBCA}"/>
              </a:ext>
            </a:extLst>
          </p:cNvPr>
          <p:cNvSpPr/>
          <p:nvPr/>
        </p:nvSpPr>
        <p:spPr>
          <a:xfrm>
            <a:off x="3437956" y="433908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C205F60C-861A-4B69-922A-13CEBAF051B7}"/>
              </a:ext>
            </a:extLst>
          </p:cNvPr>
          <p:cNvSpPr/>
          <p:nvPr/>
        </p:nvSpPr>
        <p:spPr>
          <a:xfrm>
            <a:off x="3437956" y="519996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0F2F50CE-A894-49C5-B1D1-ECFC8298D88A}"/>
              </a:ext>
            </a:extLst>
          </p:cNvPr>
          <p:cNvCxnSpPr>
            <a:cxnSpLocks/>
            <a:stCxn id="68" idx="6"/>
            <a:endCxn id="71" idx="2"/>
          </p:cNvCxnSpPr>
          <p:nvPr/>
        </p:nvCxnSpPr>
        <p:spPr>
          <a:xfrm>
            <a:off x="2198183" y="4542962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75594CF6-CA03-44C6-B6FC-E02AF8BA884F}"/>
              </a:ext>
            </a:extLst>
          </p:cNvPr>
          <p:cNvCxnSpPr>
            <a:cxnSpLocks/>
            <a:stCxn id="68" idx="6"/>
            <a:endCxn id="70" idx="2"/>
          </p:cNvCxnSpPr>
          <p:nvPr/>
        </p:nvCxnSpPr>
        <p:spPr>
          <a:xfrm flipV="1">
            <a:off x="2198183" y="4542960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D37B0645-F464-477D-BC02-F6AE468A3088}"/>
              </a:ext>
            </a:extLst>
          </p:cNvPr>
          <p:cNvCxnSpPr>
            <a:cxnSpLocks/>
            <a:stCxn id="69" idx="6"/>
            <a:endCxn id="70" idx="2"/>
          </p:cNvCxnSpPr>
          <p:nvPr/>
        </p:nvCxnSpPr>
        <p:spPr>
          <a:xfrm flipV="1">
            <a:off x="2198183" y="4542960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FDAFA605-2856-4579-8847-CC662AC2E6B9}"/>
              </a:ext>
            </a:extLst>
          </p:cNvPr>
          <p:cNvCxnSpPr>
            <a:cxnSpLocks/>
            <a:stCxn id="69" idx="6"/>
            <a:endCxn id="71" idx="2"/>
          </p:cNvCxnSpPr>
          <p:nvPr/>
        </p:nvCxnSpPr>
        <p:spPr>
          <a:xfrm>
            <a:off x="2198183" y="5399767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C564F05F-54BA-43F5-98AC-5063D001A1D9}"/>
              </a:ext>
            </a:extLst>
          </p:cNvPr>
          <p:cNvSpPr/>
          <p:nvPr/>
        </p:nvSpPr>
        <p:spPr>
          <a:xfrm>
            <a:off x="2247504" y="4462013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9767299A-292B-4B54-9848-BA6BC93401D4}"/>
              </a:ext>
            </a:extLst>
          </p:cNvPr>
          <p:cNvSpPr/>
          <p:nvPr/>
        </p:nvSpPr>
        <p:spPr>
          <a:xfrm>
            <a:off x="4911679" y="4335016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78" name="图片 77">
            <a:extLst>
              <a:ext uri="{FF2B5EF4-FFF2-40B4-BE49-F238E27FC236}">
                <a16:creationId xmlns:a16="http://schemas.microsoft.com/office/drawing/2014/main" id="{7DCCD76D-A5CE-4133-B84B-124663E2BE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37995" y="4355609"/>
            <a:ext cx="355124" cy="366565"/>
          </a:xfrm>
          <a:prstGeom prst="rect">
            <a:avLst/>
          </a:prstGeom>
        </p:spPr>
      </p:pic>
      <p:sp>
        <p:nvSpPr>
          <p:cNvPr id="79" name="椭圆 78">
            <a:extLst>
              <a:ext uri="{FF2B5EF4-FFF2-40B4-BE49-F238E27FC236}">
                <a16:creationId xmlns:a16="http://schemas.microsoft.com/office/drawing/2014/main" id="{F597659F-648D-473E-8AA1-0E8D12C9358D}"/>
              </a:ext>
            </a:extLst>
          </p:cNvPr>
          <p:cNvSpPr/>
          <p:nvPr/>
        </p:nvSpPr>
        <p:spPr>
          <a:xfrm>
            <a:off x="4911679" y="5195891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80" name="图片 79">
            <a:extLst>
              <a:ext uri="{FF2B5EF4-FFF2-40B4-BE49-F238E27FC236}">
                <a16:creationId xmlns:a16="http://schemas.microsoft.com/office/drawing/2014/main" id="{ECAEF6D6-99C6-44CE-AA2D-8FA5526B4B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37995" y="5216484"/>
            <a:ext cx="355124" cy="366565"/>
          </a:xfrm>
          <a:prstGeom prst="rect">
            <a:avLst/>
          </a:prstGeom>
        </p:spPr>
      </p:pic>
      <p:sp>
        <p:nvSpPr>
          <p:cNvPr id="81" name="矩形 80">
            <a:extLst>
              <a:ext uri="{FF2B5EF4-FFF2-40B4-BE49-F238E27FC236}">
                <a16:creationId xmlns:a16="http://schemas.microsoft.com/office/drawing/2014/main" id="{4241D628-EEBC-4E58-8571-0A495A4CA49C}"/>
              </a:ext>
            </a:extLst>
          </p:cNvPr>
          <p:cNvSpPr/>
          <p:nvPr/>
        </p:nvSpPr>
        <p:spPr>
          <a:xfrm>
            <a:off x="3834447" y="4478263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546D9AE7-7323-4100-BCD3-A9C211EAC583}"/>
              </a:ext>
            </a:extLst>
          </p:cNvPr>
          <p:cNvCxnSpPr>
            <a:stCxn id="70" idx="6"/>
            <a:endCxn id="77" idx="2"/>
          </p:cNvCxnSpPr>
          <p:nvPr/>
        </p:nvCxnSpPr>
        <p:spPr>
          <a:xfrm flipV="1">
            <a:off x="3845712" y="4538891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4DC15DEF-00AD-4F49-9CB1-FE52B1F22EE1}"/>
              </a:ext>
            </a:extLst>
          </p:cNvPr>
          <p:cNvCxnSpPr>
            <a:cxnSpLocks/>
            <a:stCxn id="71" idx="6"/>
            <a:endCxn id="79" idx="2"/>
          </p:cNvCxnSpPr>
          <p:nvPr/>
        </p:nvCxnSpPr>
        <p:spPr>
          <a:xfrm flipV="1">
            <a:off x="3845712" y="5399766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12FFADAF-FEA9-4DA1-B158-A7F45B885814}"/>
              </a:ext>
            </a:extLst>
          </p:cNvPr>
          <p:cNvSpPr txBox="1"/>
          <p:nvPr/>
        </p:nvSpPr>
        <p:spPr>
          <a:xfrm>
            <a:off x="2411473" y="398201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fc1_s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B1516A9-E9F6-46FF-B373-8959CD644BD2}"/>
              </a:ext>
            </a:extLst>
          </p:cNvPr>
          <p:cNvSpPr txBox="1"/>
          <p:nvPr/>
        </p:nvSpPr>
        <p:spPr>
          <a:xfrm>
            <a:off x="4053578" y="398201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LIF1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B58ACCD-D10A-4F82-86EE-49E60F326AD7}"/>
              </a:ext>
            </a:extLst>
          </p:cNvPr>
          <p:cNvSpPr txBox="1"/>
          <p:nvPr/>
        </p:nvSpPr>
        <p:spPr>
          <a:xfrm>
            <a:off x="4142455" y="4502051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14712B8F-455B-4E67-AFD2-52AAA976CD39}"/>
              </a:ext>
            </a:extLst>
          </p:cNvPr>
          <p:cNvSpPr txBox="1"/>
          <p:nvPr/>
        </p:nvSpPr>
        <p:spPr>
          <a:xfrm>
            <a:off x="4142992" y="5035149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6C4C0BA-D564-489F-A61D-45B72C3BB49C}"/>
              </a:ext>
            </a:extLst>
          </p:cNvPr>
          <p:cNvSpPr/>
          <p:nvPr/>
        </p:nvSpPr>
        <p:spPr>
          <a:xfrm>
            <a:off x="6562520" y="4339085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5DD15F7F-1EDA-41BF-AFE7-ED331C29B60E}"/>
              </a:ext>
            </a:extLst>
          </p:cNvPr>
          <p:cNvSpPr/>
          <p:nvPr/>
        </p:nvSpPr>
        <p:spPr>
          <a:xfrm>
            <a:off x="6562520" y="5199960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51389364-1E84-4019-B8AA-7BAE0C4EA717}"/>
              </a:ext>
            </a:extLst>
          </p:cNvPr>
          <p:cNvCxnSpPr>
            <a:cxnSpLocks/>
            <a:endCxn id="89" idx="2"/>
          </p:cNvCxnSpPr>
          <p:nvPr/>
        </p:nvCxnSpPr>
        <p:spPr>
          <a:xfrm>
            <a:off x="5322747" y="4542962"/>
            <a:ext cx="1239773" cy="860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5A07A8D4-36CA-4B0A-B1D0-D85B206F722E}"/>
              </a:ext>
            </a:extLst>
          </p:cNvPr>
          <p:cNvCxnSpPr>
            <a:cxnSpLocks/>
            <a:endCxn id="88" idx="2"/>
          </p:cNvCxnSpPr>
          <p:nvPr/>
        </p:nvCxnSpPr>
        <p:spPr>
          <a:xfrm flipV="1">
            <a:off x="5322747" y="4542960"/>
            <a:ext cx="1239773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6309DC3F-292C-4DFC-A7FA-02E0338DC720}"/>
              </a:ext>
            </a:extLst>
          </p:cNvPr>
          <p:cNvCxnSpPr>
            <a:cxnSpLocks/>
            <a:endCxn id="88" idx="2"/>
          </p:cNvCxnSpPr>
          <p:nvPr/>
        </p:nvCxnSpPr>
        <p:spPr>
          <a:xfrm flipV="1">
            <a:off x="5322747" y="4542960"/>
            <a:ext cx="1239773" cy="856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CC236C76-5D04-474B-943F-D85A47B4485D}"/>
              </a:ext>
            </a:extLst>
          </p:cNvPr>
          <p:cNvCxnSpPr>
            <a:cxnSpLocks/>
            <a:endCxn id="89" idx="2"/>
          </p:cNvCxnSpPr>
          <p:nvPr/>
        </p:nvCxnSpPr>
        <p:spPr>
          <a:xfrm>
            <a:off x="5322747" y="5399767"/>
            <a:ext cx="1239773" cy="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>
            <a:extLst>
              <a:ext uri="{FF2B5EF4-FFF2-40B4-BE49-F238E27FC236}">
                <a16:creationId xmlns:a16="http://schemas.microsoft.com/office/drawing/2014/main" id="{91A7E74E-891D-4903-89CF-427BB7B1073E}"/>
              </a:ext>
            </a:extLst>
          </p:cNvPr>
          <p:cNvSpPr/>
          <p:nvPr/>
        </p:nvSpPr>
        <p:spPr>
          <a:xfrm>
            <a:off x="5372068" y="4462013"/>
            <a:ext cx="1141130" cy="982131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W2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E8DC5A10-6761-4F57-9AA6-47CD47D4CB1A}"/>
              </a:ext>
            </a:extLst>
          </p:cNvPr>
          <p:cNvSpPr txBox="1"/>
          <p:nvPr/>
        </p:nvSpPr>
        <p:spPr>
          <a:xfrm>
            <a:off x="5536037" y="398201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fc2_s</a:t>
            </a: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7A055D56-D61C-4ECC-AC2A-3534B4926B0A}"/>
              </a:ext>
            </a:extLst>
          </p:cNvPr>
          <p:cNvSpPr/>
          <p:nvPr/>
        </p:nvSpPr>
        <p:spPr>
          <a:xfrm>
            <a:off x="8047961" y="4314423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97" name="图片 96">
            <a:extLst>
              <a:ext uri="{FF2B5EF4-FFF2-40B4-BE49-F238E27FC236}">
                <a16:creationId xmlns:a16="http://schemas.microsoft.com/office/drawing/2014/main" id="{ECA8F2FB-47FB-4E62-B808-3C87E711B5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74277" y="4335016"/>
            <a:ext cx="355124" cy="366565"/>
          </a:xfrm>
          <a:prstGeom prst="rect">
            <a:avLst/>
          </a:prstGeom>
        </p:spPr>
      </p:pic>
      <p:sp>
        <p:nvSpPr>
          <p:cNvPr id="98" name="椭圆 97">
            <a:extLst>
              <a:ext uri="{FF2B5EF4-FFF2-40B4-BE49-F238E27FC236}">
                <a16:creationId xmlns:a16="http://schemas.microsoft.com/office/drawing/2014/main" id="{33EF522A-4F94-4D10-A55A-55AAF5BAC95D}"/>
              </a:ext>
            </a:extLst>
          </p:cNvPr>
          <p:cNvSpPr/>
          <p:nvPr/>
        </p:nvSpPr>
        <p:spPr>
          <a:xfrm>
            <a:off x="8047961" y="5175298"/>
            <a:ext cx="407756" cy="40775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Segoe UI Light" panose="020B0502040204020203"/>
              <a:ea typeface="微软雅黑 Light" panose="020B0502040204020203" charset="-122"/>
            </a:endParaRPr>
          </a:p>
        </p:txBody>
      </p:sp>
      <p:pic>
        <p:nvPicPr>
          <p:cNvPr id="99" name="图片 98">
            <a:extLst>
              <a:ext uri="{FF2B5EF4-FFF2-40B4-BE49-F238E27FC236}">
                <a16:creationId xmlns:a16="http://schemas.microsoft.com/office/drawing/2014/main" id="{43778605-7BEA-4C36-A63B-75D9B6B538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074277" y="5195891"/>
            <a:ext cx="355124" cy="366565"/>
          </a:xfrm>
          <a:prstGeom prst="rect">
            <a:avLst/>
          </a:prstGeom>
        </p:spPr>
      </p:pic>
      <p:sp>
        <p:nvSpPr>
          <p:cNvPr id="100" name="矩形 99">
            <a:extLst>
              <a:ext uri="{FF2B5EF4-FFF2-40B4-BE49-F238E27FC236}">
                <a16:creationId xmlns:a16="http://schemas.microsoft.com/office/drawing/2014/main" id="{68DBA2A8-9E53-47CC-AEBF-C10D5BB82478}"/>
              </a:ext>
            </a:extLst>
          </p:cNvPr>
          <p:cNvSpPr/>
          <p:nvPr/>
        </p:nvSpPr>
        <p:spPr>
          <a:xfrm>
            <a:off x="6970729" y="4457670"/>
            <a:ext cx="1141130" cy="982131"/>
          </a:xfrm>
          <a:prstGeom prst="rect">
            <a:avLst/>
          </a:prstGeom>
          <a:solidFill>
            <a:schemeClr val="accent3">
              <a:lumMod val="20000"/>
              <a:lumOff val="80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9351C67B-E1EF-4DB3-98E7-A2C593DAAF60}"/>
              </a:ext>
            </a:extLst>
          </p:cNvPr>
          <p:cNvCxnSpPr>
            <a:endCxn id="96" idx="2"/>
          </p:cNvCxnSpPr>
          <p:nvPr/>
        </p:nvCxnSpPr>
        <p:spPr>
          <a:xfrm flipV="1">
            <a:off x="6981994" y="4518298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9AB15306-7422-42B4-8CAF-57A82F8D00FD}"/>
              </a:ext>
            </a:extLst>
          </p:cNvPr>
          <p:cNvCxnSpPr>
            <a:cxnSpLocks/>
            <a:endCxn id="98" idx="2"/>
          </p:cNvCxnSpPr>
          <p:nvPr/>
        </p:nvCxnSpPr>
        <p:spPr>
          <a:xfrm flipV="1">
            <a:off x="6981994" y="5379173"/>
            <a:ext cx="1065967" cy="40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BBE6E17-0419-440E-972F-7A44A787CCE9}"/>
              </a:ext>
            </a:extLst>
          </p:cNvPr>
          <p:cNvSpPr txBox="1"/>
          <p:nvPr/>
        </p:nvSpPr>
        <p:spPr>
          <a:xfrm>
            <a:off x="7189860" y="3920785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LIF2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C683DB2-7B56-4EAC-A6F3-4749A5D24E0B}"/>
              </a:ext>
            </a:extLst>
          </p:cNvPr>
          <p:cNvSpPr txBox="1"/>
          <p:nvPr/>
        </p:nvSpPr>
        <p:spPr>
          <a:xfrm>
            <a:off x="7278737" y="4481458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2E3B7992-4C8C-4269-A8DA-133D13A4FE99}"/>
              </a:ext>
            </a:extLst>
          </p:cNvPr>
          <p:cNvSpPr txBox="1"/>
          <p:nvPr/>
        </p:nvSpPr>
        <p:spPr>
          <a:xfrm>
            <a:off x="7279274" y="5014556"/>
            <a:ext cx="85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U=</a:t>
            </a:r>
          </a:p>
        </p:txBody>
      </p: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8AB52751-C7F0-40C7-BE0F-DC43FE66B1AC}"/>
              </a:ext>
            </a:extLst>
          </p:cNvPr>
          <p:cNvCxnSpPr>
            <a:cxnSpLocks/>
            <a:stCxn id="96" idx="6"/>
          </p:cNvCxnSpPr>
          <p:nvPr/>
        </p:nvCxnSpPr>
        <p:spPr>
          <a:xfrm>
            <a:off x="8455717" y="4518298"/>
            <a:ext cx="3614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22F974EE-1316-43C7-88F9-2800C422ACC3}"/>
              </a:ext>
            </a:extLst>
          </p:cNvPr>
          <p:cNvCxnSpPr>
            <a:cxnSpLocks/>
            <a:stCxn id="98" idx="6"/>
          </p:cNvCxnSpPr>
          <p:nvPr/>
        </p:nvCxnSpPr>
        <p:spPr>
          <a:xfrm>
            <a:off x="8455717" y="5379173"/>
            <a:ext cx="345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B00F1123-4014-4AC1-B151-2836A16D47DF}"/>
              </a:ext>
            </a:extLst>
          </p:cNvPr>
          <p:cNvSpPr txBox="1"/>
          <p:nvPr/>
        </p:nvSpPr>
        <p:spPr>
          <a:xfrm>
            <a:off x="8881083" y="4270483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B5250A29-A139-4C86-B3A1-FFFBAE190ABB}"/>
              </a:ext>
            </a:extLst>
          </p:cNvPr>
          <p:cNvSpPr txBox="1"/>
          <p:nvPr/>
        </p:nvSpPr>
        <p:spPr>
          <a:xfrm>
            <a:off x="8881082" y="5125553"/>
            <a:ext cx="589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effectLst/>
                <a:latin typeface="Consolas" panose="020B0609020204030204" pitchFamily="49" charset="0"/>
              </a:rPr>
              <a:t>……</a:t>
            </a: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CF0511C5-DFEB-4A6B-8870-27D250E0F2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13869" y="4355608"/>
            <a:ext cx="355124" cy="366565"/>
          </a:xfrm>
          <a:prstGeom prst="rect">
            <a:avLst/>
          </a:prstGeom>
        </p:spPr>
      </p:pic>
      <p:pic>
        <p:nvPicPr>
          <p:cNvPr id="111" name="图片 110">
            <a:extLst>
              <a:ext uri="{FF2B5EF4-FFF2-40B4-BE49-F238E27FC236}">
                <a16:creationId xmlns:a16="http://schemas.microsoft.com/office/drawing/2014/main" id="{B0EC3200-C97F-484F-8C5B-581A2DA39E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61" b="95749" l="9505" r="93267">
                        <a14:foregroundMark x1="73465" y1="29555" x2="73465" y2="29555"/>
                        <a14:foregroundMark x1="37030" y1="73279" x2="37030" y2="73279"/>
                        <a14:foregroundMark x1="60792" y1="7692" x2="60792" y2="7692"/>
                        <a14:foregroundMark x1="40198" y1="95749" x2="40198" y2="95749"/>
                        <a14:foregroundMark x1="9505" y1="61134" x2="9505" y2="61134"/>
                        <a14:foregroundMark x1="63168" y1="5263" x2="63168" y2="5263"/>
                        <a14:foregroundMark x1="93267" y1="47368" x2="93267" y2="473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17257" y="5213857"/>
            <a:ext cx="355124" cy="366565"/>
          </a:xfrm>
          <a:prstGeom prst="rect">
            <a:avLst/>
          </a:prstGeom>
        </p:spPr>
      </p:pic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D2AB12FE-011C-407E-B9D1-22E48CE63097}"/>
              </a:ext>
            </a:extLst>
          </p:cNvPr>
          <p:cNvCxnSpPr>
            <a:cxnSpLocks/>
            <a:endCxn id="68" idx="2"/>
          </p:cNvCxnSpPr>
          <p:nvPr/>
        </p:nvCxnSpPr>
        <p:spPr>
          <a:xfrm>
            <a:off x="1279103" y="4542962"/>
            <a:ext cx="5056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16EDB849-35A9-46C6-A759-07B87F318F5A}"/>
              </a:ext>
            </a:extLst>
          </p:cNvPr>
          <p:cNvCxnSpPr>
            <a:cxnSpLocks/>
            <a:endCxn id="111" idx="3"/>
          </p:cNvCxnSpPr>
          <p:nvPr/>
        </p:nvCxnSpPr>
        <p:spPr>
          <a:xfrm>
            <a:off x="1299453" y="5392782"/>
            <a:ext cx="517804" cy="43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EEB0B562-24AD-488F-877E-5C54B8CC1790}"/>
              </a:ext>
            </a:extLst>
          </p:cNvPr>
          <p:cNvSpPr/>
          <p:nvPr/>
        </p:nvSpPr>
        <p:spPr>
          <a:xfrm>
            <a:off x="213136" y="4270483"/>
            <a:ext cx="1073193" cy="1394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encoder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329314A5-E3D6-44A9-870A-851DB2271EED}"/>
              </a:ext>
            </a:extLst>
          </p:cNvPr>
          <p:cNvSpPr txBox="1"/>
          <p:nvPr/>
        </p:nvSpPr>
        <p:spPr>
          <a:xfrm>
            <a:off x="684279" y="5717931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input[1]=[1,1]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AD61D02-5883-45F5-BE72-38FAB83D1071}"/>
              </a:ext>
            </a:extLst>
          </p:cNvPr>
          <p:cNvSpPr txBox="1"/>
          <p:nvPr/>
        </p:nvSpPr>
        <p:spPr>
          <a:xfrm>
            <a:off x="684279" y="6075674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input[2]=[1,0]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7E296634-19C3-4423-863C-27623E0F2106}"/>
              </a:ext>
            </a:extLst>
          </p:cNvPr>
          <p:cNvSpPr txBox="1"/>
          <p:nvPr/>
        </p:nvSpPr>
        <p:spPr>
          <a:xfrm>
            <a:off x="684279" y="6443306"/>
            <a:ext cx="22009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input[3]=[0,1]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A975EDBA-48E3-449C-B76A-4397EA4F635C}"/>
              </a:ext>
            </a:extLst>
          </p:cNvPr>
          <p:cNvSpPr txBox="1"/>
          <p:nvPr/>
        </p:nvSpPr>
        <p:spPr>
          <a:xfrm>
            <a:off x="2781753" y="5733672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[2,2]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F4092D0-C0F8-4039-A1EC-4D047A8D4D4B}"/>
              </a:ext>
            </a:extLst>
          </p:cNvPr>
          <p:cNvSpPr txBox="1"/>
          <p:nvPr/>
        </p:nvSpPr>
        <p:spPr>
          <a:xfrm>
            <a:off x="2781752" y="6085684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94FBDD74-D158-4A54-B16E-377FF019C3E8}"/>
              </a:ext>
            </a:extLst>
          </p:cNvPr>
          <p:cNvSpPr txBox="1"/>
          <p:nvPr/>
        </p:nvSpPr>
        <p:spPr>
          <a:xfrm>
            <a:off x="2781751" y="6444886"/>
            <a:ext cx="152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= 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8D103DCE-156B-4BB1-97CD-5423181F56C2}"/>
              </a:ext>
            </a:extLst>
          </p:cNvPr>
          <p:cNvSpPr txBox="1"/>
          <p:nvPr/>
        </p:nvSpPr>
        <p:spPr>
          <a:xfrm>
            <a:off x="4454756" y="5733672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4E5214F-0829-49BC-89A7-4347D746320C}"/>
              </a:ext>
            </a:extLst>
          </p:cNvPr>
          <p:cNvSpPr txBox="1"/>
          <p:nvPr/>
        </p:nvSpPr>
        <p:spPr>
          <a:xfrm>
            <a:off x="4454756" y="6094490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A8FFB633-F93C-4C0F-A031-94CD4D65FEB7}"/>
              </a:ext>
            </a:extLst>
          </p:cNvPr>
          <p:cNvSpPr txBox="1"/>
          <p:nvPr/>
        </p:nvSpPr>
        <p:spPr>
          <a:xfrm>
            <a:off x="4454756" y="6446586"/>
            <a:ext cx="1580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b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DB13FB5-6C91-4C7E-A7DE-BC70817D6045}"/>
              </a:ext>
            </a:extLst>
          </p:cNvPr>
          <p:cNvSpPr txBox="1"/>
          <p:nvPr/>
        </p:nvSpPr>
        <p:spPr>
          <a:xfrm>
            <a:off x="6015539" y="5741117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c[1]=[2,2]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4F1C683-024C-48BA-8167-4153B6C6D017}"/>
              </a:ext>
            </a:extLst>
          </p:cNvPr>
          <p:cNvSpPr txBox="1"/>
          <p:nvPr/>
        </p:nvSpPr>
        <p:spPr>
          <a:xfrm>
            <a:off x="6015539" y="6093213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c[2]=[2,2]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4CB844D-AF50-4EF4-8488-0223EC87474E}"/>
              </a:ext>
            </a:extLst>
          </p:cNvPr>
          <p:cNvSpPr txBox="1"/>
          <p:nvPr/>
        </p:nvSpPr>
        <p:spPr>
          <a:xfrm>
            <a:off x="6014920" y="6453035"/>
            <a:ext cx="184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c[3]=[2,2]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C250BEA-9EC3-4BB8-AB9F-212B5E94DA02}"/>
              </a:ext>
            </a:extLst>
          </p:cNvPr>
          <p:cNvSpPr txBox="1"/>
          <p:nvPr/>
        </p:nvSpPr>
        <p:spPr>
          <a:xfrm>
            <a:off x="7595296" y="5721985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[1]=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764BCBCF-C503-4750-8619-B1DA7EDE3EF2}"/>
              </a:ext>
            </a:extLst>
          </p:cNvPr>
          <p:cNvSpPr txBox="1"/>
          <p:nvPr/>
        </p:nvSpPr>
        <p:spPr>
          <a:xfrm>
            <a:off x="7597027" y="6081191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[2]=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46EC91B6-FEFF-43D5-92E5-3975649D8D1D}"/>
              </a:ext>
            </a:extLst>
          </p:cNvPr>
          <p:cNvSpPr txBox="1"/>
          <p:nvPr/>
        </p:nvSpPr>
        <p:spPr>
          <a:xfrm>
            <a:off x="7602351" y="6440397"/>
            <a:ext cx="202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d</a:t>
            </a:r>
            <a:r>
              <a:rPr lang="en-US" altLang="zh-CN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[3]=</a:t>
            </a:r>
            <a:r>
              <a:rPr lang="en-US" altLang="zh-CN" dirty="0">
                <a:solidFill>
                  <a:srgbClr val="002060"/>
                </a:solidFill>
                <a:latin typeface="Consolas" panose="020B0609020204030204" pitchFamily="49" charset="0"/>
              </a:rPr>
              <a:t>[1,1]</a:t>
            </a:r>
            <a:endParaRPr lang="en-US" altLang="zh-CN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B445AE16-F14E-45CF-87B1-165BE7EC7BB0}"/>
              </a:ext>
            </a:extLst>
          </p:cNvPr>
          <p:cNvSpPr txBox="1"/>
          <p:nvPr/>
        </p:nvSpPr>
        <p:spPr>
          <a:xfrm>
            <a:off x="180933" y="3920785"/>
            <a:ext cx="1263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逐层传播</a:t>
            </a:r>
            <a:endParaRPr lang="zh-CN" altLang="en-US" dirty="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167F9676-C3BB-49AB-AE54-91E1DECE7232}"/>
              </a:ext>
            </a:extLst>
          </p:cNvPr>
          <p:cNvSpPr txBox="1"/>
          <p:nvPr/>
        </p:nvSpPr>
        <p:spPr>
          <a:xfrm>
            <a:off x="180933" y="970068"/>
            <a:ext cx="1454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逐步传播</a:t>
            </a:r>
            <a:endParaRPr lang="zh-CN" altLang="en-US" dirty="0"/>
          </a:p>
        </p:txBody>
      </p:sp>
      <p:pic>
        <p:nvPicPr>
          <p:cNvPr id="134" name="图片 133">
            <a:extLst>
              <a:ext uri="{FF2B5EF4-FFF2-40B4-BE49-F238E27FC236}">
                <a16:creationId xmlns:a16="http://schemas.microsoft.com/office/drawing/2014/main" id="{A39755BC-7CA8-4CF4-98A0-99A361CD0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1903" y="1415400"/>
            <a:ext cx="2903173" cy="2359165"/>
          </a:xfrm>
          <a:prstGeom prst="rect">
            <a:avLst/>
          </a:prstGeom>
        </p:spPr>
      </p:pic>
      <p:pic>
        <p:nvPicPr>
          <p:cNvPr id="135" name="图片 134">
            <a:extLst>
              <a:ext uri="{FF2B5EF4-FFF2-40B4-BE49-F238E27FC236}">
                <a16:creationId xmlns:a16="http://schemas.microsoft.com/office/drawing/2014/main" id="{719DE936-8458-4B5B-87A9-A55B799D4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678" y="4192602"/>
            <a:ext cx="3044295" cy="256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45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035BBF-592D-418E-BFC9-CF9DBB6AE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92" y="1443778"/>
            <a:ext cx="4999319" cy="54142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8635A72-1015-44AD-B545-62F990FF2279}"/>
              </a:ext>
            </a:extLst>
          </p:cNvPr>
          <p:cNvSpPr txBox="1"/>
          <p:nvPr/>
        </p:nvSpPr>
        <p:spPr>
          <a:xfrm>
            <a:off x="689184" y="1074447"/>
            <a:ext cx="6321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highlight>
                  <a:srgbClr val="FFFF00"/>
                </a:highlight>
              </a:rPr>
              <a:t>第三讲的代码是逐层还是逐步？🤔</a:t>
            </a:r>
            <a:endParaRPr lang="en-US" altLang="zh-CN" sz="1800" dirty="0">
              <a:highlight>
                <a:srgbClr val="FFFF00"/>
              </a:highlight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DE2CEEC-1D9E-439C-B452-F65689CFB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443778"/>
            <a:ext cx="5207002" cy="420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00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035BBF-592D-418E-BFC9-CF9DBB6AE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92" y="1443779"/>
            <a:ext cx="4999319" cy="54142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8635A72-1015-44AD-B545-62F990FF2279}"/>
              </a:ext>
            </a:extLst>
          </p:cNvPr>
          <p:cNvSpPr txBox="1"/>
          <p:nvPr/>
        </p:nvSpPr>
        <p:spPr>
          <a:xfrm>
            <a:off x="231985" y="1074448"/>
            <a:ext cx="573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为什么线性层没有按时间一步一步算</a:t>
            </a:r>
            <a:r>
              <a:rPr lang="zh-CN" altLang="en-US" sz="1800" dirty="0">
                <a:highlight>
                  <a:srgbClr val="FFFF00"/>
                </a:highlight>
              </a:rPr>
              <a:t>？🤔</a:t>
            </a:r>
            <a:endParaRPr lang="en-US" altLang="zh-CN" sz="1800" dirty="0">
              <a:highlight>
                <a:srgbClr val="FFFF00"/>
              </a:highlight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B9FD07B-D0CA-4DDE-AE5B-25AAA8DCC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556" y="4297089"/>
            <a:ext cx="3044295" cy="256091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0C67500-05A0-4ADE-8872-299D4188A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851" y="1259114"/>
            <a:ext cx="5207002" cy="420565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DBD03E6-6E6F-4822-A648-4E53D931E727}"/>
              </a:ext>
            </a:extLst>
          </p:cNvPr>
          <p:cNvSpPr/>
          <p:nvPr/>
        </p:nvSpPr>
        <p:spPr>
          <a:xfrm>
            <a:off x="3216555" y="4457701"/>
            <a:ext cx="1509961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243067-1A6D-471D-8D1B-8D84E026BDD0}"/>
              </a:ext>
            </a:extLst>
          </p:cNvPr>
          <p:cNvSpPr/>
          <p:nvPr/>
        </p:nvSpPr>
        <p:spPr>
          <a:xfrm>
            <a:off x="951613" y="5026025"/>
            <a:ext cx="1509961" cy="1682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D15CE0B-2A2D-4779-8314-346F69680D6B}"/>
              </a:ext>
            </a:extLst>
          </p:cNvPr>
          <p:cNvCxnSpPr/>
          <p:nvPr/>
        </p:nvCxnSpPr>
        <p:spPr>
          <a:xfrm flipV="1">
            <a:off x="2584027" y="4714241"/>
            <a:ext cx="562186" cy="31178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6311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035BBF-592D-418E-BFC9-CF9DBB6AE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92" y="1443779"/>
            <a:ext cx="4999319" cy="54142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8635A72-1015-44AD-B545-62F990FF2279}"/>
              </a:ext>
            </a:extLst>
          </p:cNvPr>
          <p:cNvSpPr txBox="1"/>
          <p:nvPr/>
        </p:nvSpPr>
        <p:spPr>
          <a:xfrm>
            <a:off x="231985" y="1074448"/>
            <a:ext cx="5739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为什么线性层没有按时间一步一步算</a:t>
            </a:r>
            <a:r>
              <a:rPr lang="zh-CN" altLang="en-US" sz="1800" dirty="0">
                <a:highlight>
                  <a:srgbClr val="FFFF00"/>
                </a:highlight>
              </a:rPr>
              <a:t>？🤔</a:t>
            </a:r>
            <a:endParaRPr lang="en-US" altLang="zh-CN" sz="1800" dirty="0">
              <a:highlight>
                <a:srgbClr val="FFFF00"/>
              </a:highlight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B9FD07B-D0CA-4DDE-AE5B-25AAA8DCC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556" y="4297089"/>
            <a:ext cx="3044295" cy="256091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0C67500-05A0-4ADE-8872-299D4188A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354" y="943665"/>
            <a:ext cx="5207002" cy="420565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DBD03E6-6E6F-4822-A648-4E53D931E727}"/>
              </a:ext>
            </a:extLst>
          </p:cNvPr>
          <p:cNvSpPr/>
          <p:nvPr/>
        </p:nvSpPr>
        <p:spPr>
          <a:xfrm>
            <a:off x="3216555" y="4457701"/>
            <a:ext cx="1509961" cy="381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243067-1A6D-471D-8D1B-8D84E026BDD0}"/>
              </a:ext>
            </a:extLst>
          </p:cNvPr>
          <p:cNvSpPr/>
          <p:nvPr/>
        </p:nvSpPr>
        <p:spPr>
          <a:xfrm>
            <a:off x="951613" y="5026025"/>
            <a:ext cx="1509961" cy="1682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D15CE0B-2A2D-4779-8314-346F69680D6B}"/>
              </a:ext>
            </a:extLst>
          </p:cNvPr>
          <p:cNvCxnSpPr/>
          <p:nvPr/>
        </p:nvCxnSpPr>
        <p:spPr>
          <a:xfrm flipV="1">
            <a:off x="2584027" y="4714241"/>
            <a:ext cx="562186" cy="31178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85FAF958-BDA8-4FF0-9519-F744B4D786F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579" b="32490"/>
          <a:stretch/>
        </p:blipFill>
        <p:spPr>
          <a:xfrm>
            <a:off x="6705227" y="4990443"/>
            <a:ext cx="4780129" cy="184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06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900C2A-3AA8-4B7C-B375-0612CBC02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5" y="1795517"/>
            <a:ext cx="7536666" cy="162172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2277FD1-6ECB-445A-81F1-11EBB3588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921" y="1575327"/>
            <a:ext cx="3898545" cy="506941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4CADDBB-F8F0-415A-9FB3-03DBB3EF8F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95" y="4429175"/>
            <a:ext cx="5264898" cy="164084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7DE1D57-906E-4C7B-9772-784DA9EF6A7E}"/>
              </a:ext>
            </a:extLst>
          </p:cNvPr>
          <p:cNvSpPr txBox="1"/>
          <p:nvPr/>
        </p:nvSpPr>
        <p:spPr>
          <a:xfrm>
            <a:off x="203200" y="11760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有状态层 </a:t>
            </a:r>
            <a:r>
              <a:rPr lang="en-US" altLang="zh-CN" dirty="0">
                <a:highlight>
                  <a:srgbClr val="FFFF00"/>
                </a:highlight>
              </a:rPr>
              <a:t>vs </a:t>
            </a:r>
            <a:r>
              <a:rPr lang="zh-CN" altLang="en-US" dirty="0">
                <a:highlight>
                  <a:srgbClr val="FFFF00"/>
                </a:highlight>
              </a:rPr>
              <a:t>无状态层</a:t>
            </a:r>
          </a:p>
        </p:txBody>
      </p:sp>
    </p:spTree>
    <p:extLst>
      <p:ext uri="{BB962C8B-B14F-4D97-AF65-F5344CB8AC3E}">
        <p14:creationId xmlns:p14="http://schemas.microsoft.com/office/powerpoint/2010/main" val="3716397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87248E-0D75-4B9A-B43A-D4C7EF87E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16" y="2065867"/>
            <a:ext cx="10670642" cy="272626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931B4E9-2BA9-4B47-B214-E030502B8694}"/>
              </a:ext>
            </a:extLst>
          </p:cNvPr>
          <p:cNvSpPr txBox="1"/>
          <p:nvPr/>
        </p:nvSpPr>
        <p:spPr>
          <a:xfrm>
            <a:off x="8469101" y="1222910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4"/>
              </a:rPr>
              <a:t>基本概念 </a:t>
            </a:r>
            <a:r>
              <a:rPr lang="en-US" altLang="zh-CN" dirty="0">
                <a:hlinkClick r:id="rId4"/>
              </a:rPr>
              <a:t>— </a:t>
            </a:r>
            <a:r>
              <a:rPr lang="en-US" altLang="zh-CN" dirty="0" err="1">
                <a:hlinkClick r:id="rId4"/>
              </a:rPr>
              <a:t>spikingjelly</a:t>
            </a:r>
            <a:r>
              <a:rPr lang="en-US" altLang="zh-CN" dirty="0">
                <a:hlinkClick r:id="rId4"/>
              </a:rPr>
              <a:t> </a:t>
            </a:r>
            <a:r>
              <a:rPr lang="zh-CN" altLang="en-US" dirty="0">
                <a:hlinkClick r:id="rId4"/>
              </a:rPr>
              <a:t>文档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936BC7-A1EA-4897-8109-C6C380A21917}"/>
              </a:ext>
            </a:extLst>
          </p:cNvPr>
          <p:cNvSpPr txBox="1"/>
          <p:nvPr/>
        </p:nvSpPr>
        <p:spPr>
          <a:xfrm>
            <a:off x="501227" y="12229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highlight>
                  <a:srgbClr val="FFFF00"/>
                </a:highlight>
              </a:rPr>
              <a:t>逐步传播 </a:t>
            </a:r>
            <a:r>
              <a:rPr lang="en-US" altLang="zh-CN" sz="1800" b="1" dirty="0">
                <a:highlight>
                  <a:srgbClr val="FFFF00"/>
                </a:highlight>
              </a:rPr>
              <a:t>vs </a:t>
            </a:r>
            <a:r>
              <a:rPr lang="zh-CN" altLang="en-US" sz="1800" b="1" dirty="0">
                <a:highlight>
                  <a:srgbClr val="FFFF00"/>
                </a:highlight>
              </a:rPr>
              <a:t>逐层传播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32101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1014349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186661" y="153231"/>
            <a:ext cx="3818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SNN</a:t>
            </a:r>
            <a:r>
              <a:rPr lang="zh-CN" altLang="en-US" sz="4000" dirty="0">
                <a:latin typeface="钉钉进步体" panose="00020600040101010101" pitchFamily="18" charset="-122"/>
                <a:ea typeface="钉钉进步体" panose="00020600040101010101" pitchFamily="18" charset="-122"/>
              </a:rPr>
              <a:t>的前向传播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C11C08-B500-4CE9-8409-5C31373A5061}"/>
              </a:ext>
            </a:extLst>
          </p:cNvPr>
          <p:cNvSpPr txBox="1"/>
          <p:nvPr/>
        </p:nvSpPr>
        <p:spPr>
          <a:xfrm>
            <a:off x="316029" y="1218861"/>
            <a:ext cx="7498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把上一节的代码改成逐步传播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535993D-9D52-4A67-9382-A8FF895D3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189" y="1885038"/>
            <a:ext cx="7789622" cy="477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8100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1901</TotalTime>
  <Words>1824</Words>
  <Application>Microsoft Office PowerPoint</Application>
  <PresentationFormat>宽屏</PresentationFormat>
  <Paragraphs>431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等线</vt:lpstr>
      <vt:lpstr>钉钉进步体</vt:lpstr>
      <vt:lpstr>Arial</vt:lpstr>
      <vt:lpstr>Calibri</vt:lpstr>
      <vt:lpstr>Cambria Math</vt:lpstr>
      <vt:lpstr>Consolas</vt:lpstr>
      <vt:lpstr>Segoe UI Light</vt:lpstr>
      <vt:lpstr>WPS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ssx</dc:creator>
  <cp:lastModifiedBy>尚轩 石</cp:lastModifiedBy>
  <cp:revision>242</cp:revision>
  <dcterms:created xsi:type="dcterms:W3CDTF">2023-08-09T12:44:00Z</dcterms:created>
  <dcterms:modified xsi:type="dcterms:W3CDTF">2026-03-30T12:16:23Z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